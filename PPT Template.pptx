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80" r:id="rId2"/>
  </p:sldMasterIdLst>
  <p:notesMasterIdLst>
    <p:notesMasterId r:id="rId4"/>
  </p:notesMasterIdLst>
  <p:handoutMasterIdLst>
    <p:handoutMasterId r:id="rId5"/>
  </p:handoutMasterIdLst>
  <p:sldIdLst>
    <p:sldId id="313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C2CDA"/>
    <a:srgbClr val="CBD0E5"/>
    <a:srgbClr val="271FC1"/>
    <a:srgbClr val="08126E"/>
    <a:srgbClr val="281DBB"/>
    <a:srgbClr val="EEEFF4"/>
    <a:srgbClr val="EEF2F4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A82B791-20A5-B446-ACC9-B4589323120C}" v="27" dt="2023-12-01T20:44:35.066"/>
    <p1510:client id="{C3A708A2-1EDF-4C05-9204-527331697EE7}" v="194" dt="2023-12-01T20:29:15.4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32" autoAdjust="0"/>
    <p:restoredTop sz="94710"/>
  </p:normalViewPr>
  <p:slideViewPr>
    <p:cSldViewPr snapToGrid="0">
      <p:cViewPr varScale="1">
        <p:scale>
          <a:sx n="70" d="100"/>
          <a:sy n="70" d="100"/>
        </p:scale>
        <p:origin x="45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6" d="100"/>
          <a:sy n="126" d="100"/>
        </p:scale>
        <p:origin x="3808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10" Type="http://schemas.microsoft.com/office/2015/10/relationships/revisionInfo" Target="revisionInfo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11B2259-9883-6F94-1165-B4F149D9100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C2DFEC-917D-E7FD-8926-11E6D834EB2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C3DF90-B6E1-4448-A065-6EC0CBAAEEAA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588B84-9FF3-B2B6-03B4-760A9E1406F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4CFA06-FBBA-EA5B-5C6A-264498FA203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F99D79-6FE1-1B41-9FA7-F185D9BA74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87552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Manrope" pitchFamily="2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Manrope" pitchFamily="2" charset="0"/>
              </a:defRPr>
            </a:lvl1pPr>
          </a:lstStyle>
          <a:p>
            <a:fld id="{ECAE251F-E50B-4AA0-A361-BF69B56A7095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Manrope" pitchFamily="2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Manrope" pitchFamily="2" charset="0"/>
              </a:defRPr>
            </a:lvl1pPr>
          </a:lstStyle>
          <a:p>
            <a:fld id="{331CD59D-0597-43DC-9404-9BA5D1B5017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8190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Manrope" pitchFamily="2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anrope" pitchFamily="2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anrope" pitchFamily="2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anrope" pitchFamily="2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anrope" pitchFamily="2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1CD59D-0597-43DC-9404-9BA5D1B50171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7700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- Light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D4945255-4D54-BD6F-F948-3B2AF5A407AD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anchor="ctr" anchorCtr="1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Replace with brand-approved image </a:t>
            </a:r>
            <a:br>
              <a:rPr lang="en-US" dirty="0"/>
            </a:br>
            <a:r>
              <a:rPr lang="en-US" dirty="0"/>
              <a:t>of your choice from </a:t>
            </a:r>
            <a:r>
              <a:rPr lang="en-US" dirty="0" err="1"/>
              <a:t>SalesCentral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0C519BD3-2A15-83F6-8541-93001D69D1C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2960" y="731098"/>
            <a:ext cx="1554480" cy="208656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D0E6E8BE-2736-1222-838E-6E63376063C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22960" y="3108960"/>
            <a:ext cx="5105400" cy="623248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>
              <a:defRPr lang="en-US" sz="45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40078454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20">
          <p15:clr>
            <a:srgbClr val="FBAE40"/>
          </p15:clr>
        </p15:guide>
        <p15:guide id="2" pos="393">
          <p15:clr>
            <a:srgbClr val="FBAE40"/>
          </p15:clr>
        </p15:guide>
        <p15:guide id="3" pos="7287">
          <p15:clr>
            <a:srgbClr val="FBAE40"/>
          </p15:clr>
        </p15:guide>
        <p15:guide id="4" orient="horz" pos="232">
          <p15:clr>
            <a:srgbClr val="FBAE40"/>
          </p15:clr>
        </p15:guide>
        <p15:guide id="5" orient="horz" pos="572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EF71674-9144-08B7-A17A-3B084A2CE560}"/>
              </a:ext>
            </a:extLst>
          </p:cNvPr>
          <p:cNvSpPr txBox="1">
            <a:spLocks/>
          </p:cNvSpPr>
          <p:nvPr userDrawn="1"/>
        </p:nvSpPr>
        <p:spPr>
          <a:xfrm>
            <a:off x="11568055" y="6453188"/>
            <a:ext cx="270570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R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46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91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837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783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729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674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620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566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r"/>
            <a:fld id="{39601925-951F-4EA8-91E5-A517312BFAAA}" type="slidenum">
              <a:rPr lang="en-US" sz="900" smtClean="0">
                <a:solidFill>
                  <a:schemeClr val="tx1"/>
                </a:solidFill>
                <a:latin typeface="+mn-lt"/>
              </a:rPr>
              <a:pPr lvl="0" algn="r"/>
              <a:t>‹#›</a:t>
            </a:fld>
            <a:endParaRPr lang="en-US" sz="90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" name="Text Placeholder 18">
            <a:extLst>
              <a:ext uri="{FF2B5EF4-FFF2-40B4-BE49-F238E27FC236}">
                <a16:creationId xmlns:a16="http://schemas.microsoft.com/office/drawing/2014/main" id="{1A92E810-A64D-864A-E713-F5B7065D4E1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 flipH="1">
            <a:off x="623888" y="457200"/>
            <a:ext cx="8172450" cy="244101"/>
          </a:xfrm>
          <a:prstGeom prst="rect">
            <a:avLst/>
          </a:prstGeom>
        </p:spPr>
        <p:txBody>
          <a:bodyPr wrap="square" lIns="0" tIns="36000" rIns="0" bIns="0" anchor="t" anchorCtr="0">
            <a:spAutoFit/>
          </a:bodyPr>
          <a:lstStyle>
            <a:lvl1pPr marL="0" indent="0">
              <a:buNone/>
              <a:defRPr lang="en-US" sz="15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Deck Title/Main Idea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F7FFEB-A63D-7128-BD14-C91E8A94E52A}"/>
              </a:ext>
            </a:extLst>
          </p:cNvPr>
          <p:cNvSpPr txBox="1"/>
          <p:nvPr userDrawn="1"/>
        </p:nvSpPr>
        <p:spPr>
          <a:xfrm>
            <a:off x="623888" y="6453188"/>
            <a:ext cx="2781211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700" kern="0" spc="50" baseline="0" dirty="0">
                <a:solidFill>
                  <a:schemeClr val="accent5">
                    <a:lumMod val="75000"/>
                  </a:schemeClr>
                </a:solidFill>
                <a:latin typeface="+mn-lt"/>
                <a:ea typeface="+mn-ea"/>
                <a:cs typeface="Heebo" pitchFamily="2" charset="-79"/>
              </a:rPr>
              <a:t>© Hexaware Technologies. Confidential briefing. </a:t>
            </a:r>
            <a:endParaRPr lang="en-US" sz="700" kern="0" spc="50" baseline="0" dirty="0">
              <a:solidFill>
                <a:schemeClr val="accent5">
                  <a:lumMod val="75000"/>
                </a:schemeClr>
              </a:solidFill>
              <a:latin typeface="+mn-lt"/>
              <a:ea typeface="+mn-ea"/>
              <a:cs typeface="Heebo" pitchFamily="2" charset="-79"/>
            </a:endParaRP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BA3895CC-568A-639E-289C-349CD49C439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17328" y="345760"/>
            <a:ext cx="914400" cy="122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44280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20" userDrawn="1">
          <p15:clr>
            <a:srgbClr val="FBAE40"/>
          </p15:clr>
        </p15:guide>
        <p15:guide id="2" pos="393" userDrawn="1">
          <p15:clr>
            <a:srgbClr val="FBAE40"/>
          </p15:clr>
        </p15:guide>
        <p15:guide id="3" pos="7287" userDrawn="1">
          <p15:clr>
            <a:srgbClr val="FBAE40"/>
          </p15:clr>
        </p15:guide>
        <p15:guide id="4" orient="horz" pos="232" userDrawn="1">
          <p15:clr>
            <a:srgbClr val="FBAE40"/>
          </p15:clr>
        </p15:guide>
        <p15:guide id="5" orient="horz" pos="572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Layout with Sub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8A799FA-C73D-ED39-C551-268E9A6FE3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908050"/>
            <a:ext cx="5307012" cy="3046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>
              <a:defRPr lang="en-US" sz="2200" dirty="0">
                <a:solidFill>
                  <a:schemeClr val="tx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Click to edit Master title style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9A554E1C-C3D3-0AA0-1FE5-E52D3268E9F6}"/>
              </a:ext>
            </a:extLst>
          </p:cNvPr>
          <p:cNvSpPr txBox="1">
            <a:spLocks/>
          </p:cNvSpPr>
          <p:nvPr userDrawn="1"/>
        </p:nvSpPr>
        <p:spPr>
          <a:xfrm>
            <a:off x="11567160" y="6453188"/>
            <a:ext cx="270570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R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46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91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837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783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729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674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620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566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r"/>
            <a:fld id="{39601925-951F-4EA8-91E5-A517312BFAAA}" type="slidenum">
              <a:rPr lang="en-US" sz="900" smtClean="0">
                <a:solidFill>
                  <a:schemeClr val="tx1"/>
                </a:solidFill>
                <a:latin typeface="+mn-lt"/>
              </a:rPr>
              <a:pPr lvl="0" algn="r"/>
              <a:t>‹#›</a:t>
            </a:fld>
            <a:endParaRPr lang="en-US" sz="900">
              <a:solidFill>
                <a:schemeClr val="tx1"/>
              </a:solidFill>
              <a:latin typeface="+mn-lt"/>
            </a:endParaRPr>
          </a:p>
        </p:txBody>
      </p:sp>
      <p:sp>
        <p:nvSpPr>
          <p:cNvPr id="2" name="Text Placeholder 18">
            <a:extLst>
              <a:ext uri="{FF2B5EF4-FFF2-40B4-BE49-F238E27FC236}">
                <a16:creationId xmlns:a16="http://schemas.microsoft.com/office/drawing/2014/main" id="{07CFC0FC-EE3C-B83B-D888-70A4672B3CA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 flipH="1">
            <a:off x="623888" y="457200"/>
            <a:ext cx="8172450" cy="244101"/>
          </a:xfrm>
          <a:prstGeom prst="rect">
            <a:avLst/>
          </a:prstGeom>
        </p:spPr>
        <p:txBody>
          <a:bodyPr wrap="square" lIns="0" tIns="36000" rIns="0" bIns="0" anchor="t" anchorCtr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US" sz="15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85750" lvl="0" indent="-285750" algn="l" defTabSz="914400" rtl="0" eaLnBrk="1" latinLnBrk="0" hangingPunct="1">
              <a:lnSpc>
                <a:spcPct val="90000"/>
              </a:lnSpc>
              <a:spcBef>
                <a:spcPts val="1000"/>
              </a:spcBef>
            </a:pPr>
            <a:r>
              <a:rPr lang="en-US"/>
              <a:t>Deck Title/Main Idea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D2FC992F-4FDC-3A9F-0EA2-73D4A2F79EB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17328" y="345760"/>
            <a:ext cx="914400" cy="12273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FCA7A7A-3891-B974-5E27-533BA0B03D1B}"/>
              </a:ext>
            </a:extLst>
          </p:cNvPr>
          <p:cNvSpPr txBox="1"/>
          <p:nvPr userDrawn="1"/>
        </p:nvSpPr>
        <p:spPr>
          <a:xfrm>
            <a:off x="623888" y="6453188"/>
            <a:ext cx="2781211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700" kern="0" spc="50" baseline="0" dirty="0">
                <a:solidFill>
                  <a:schemeClr val="accent5">
                    <a:lumMod val="75000"/>
                  </a:schemeClr>
                </a:solidFill>
                <a:latin typeface="+mn-lt"/>
                <a:ea typeface="+mn-ea"/>
                <a:cs typeface="Heebo" pitchFamily="2" charset="-79"/>
              </a:rPr>
              <a:t>© Hexaware Technologies. Confidential briefing. </a:t>
            </a:r>
            <a:endParaRPr lang="en-US" sz="700" kern="0" spc="50" baseline="0" dirty="0">
              <a:solidFill>
                <a:schemeClr val="accent5">
                  <a:lumMod val="75000"/>
                </a:schemeClr>
              </a:solidFill>
              <a:latin typeface="+mn-lt"/>
              <a:ea typeface="+mn-ea"/>
              <a:cs typeface="Heebo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2964522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20" userDrawn="1">
          <p15:clr>
            <a:srgbClr val="FBAE40"/>
          </p15:clr>
        </p15:guide>
        <p15:guide id="2" pos="393" userDrawn="1">
          <p15:clr>
            <a:srgbClr val="FBAE40"/>
          </p15:clr>
        </p15:guide>
        <p15:guide id="3" pos="7287" userDrawn="1">
          <p15:clr>
            <a:srgbClr val="FBAE40"/>
          </p15:clr>
        </p15:guide>
        <p15:guide id="4" orient="horz" pos="232" userDrawn="1">
          <p15:clr>
            <a:srgbClr val="FBAE40"/>
          </p15:clr>
        </p15:guide>
        <p15:guide id="5" orient="horz" pos="572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Layout with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8A799FA-C73D-ED39-C551-268E9A6FE3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908050"/>
            <a:ext cx="5307012" cy="3046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>
              <a:defRPr lang="en-US" sz="2200" dirty="0">
                <a:solidFill>
                  <a:schemeClr val="tx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Click to edit Master title style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9A554E1C-C3D3-0AA0-1FE5-E52D3268E9F6}"/>
              </a:ext>
            </a:extLst>
          </p:cNvPr>
          <p:cNvSpPr txBox="1">
            <a:spLocks/>
          </p:cNvSpPr>
          <p:nvPr userDrawn="1"/>
        </p:nvSpPr>
        <p:spPr>
          <a:xfrm>
            <a:off x="11567160" y="6453188"/>
            <a:ext cx="270570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R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46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91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837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783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729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674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620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566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r"/>
            <a:fld id="{39601925-951F-4EA8-91E5-A517312BFAAA}" type="slidenum">
              <a:rPr lang="en-US" sz="900" smtClean="0">
                <a:solidFill>
                  <a:schemeClr val="tx1"/>
                </a:solidFill>
                <a:latin typeface="+mn-lt"/>
              </a:rPr>
              <a:pPr lvl="0" algn="r"/>
              <a:t>‹#›</a:t>
            </a:fld>
            <a:endParaRPr lang="en-US" sz="900">
              <a:solidFill>
                <a:schemeClr val="tx1"/>
              </a:solidFill>
              <a:latin typeface="+mn-lt"/>
            </a:endParaRPr>
          </a:p>
        </p:txBody>
      </p:sp>
      <p:sp>
        <p:nvSpPr>
          <p:cNvPr id="2" name="Text Placeholder 18">
            <a:extLst>
              <a:ext uri="{FF2B5EF4-FFF2-40B4-BE49-F238E27FC236}">
                <a16:creationId xmlns:a16="http://schemas.microsoft.com/office/drawing/2014/main" id="{07CFC0FC-EE3C-B83B-D888-70A4672B3CA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 flipH="1">
            <a:off x="623888" y="457200"/>
            <a:ext cx="5307012" cy="244101"/>
          </a:xfrm>
          <a:prstGeom prst="rect">
            <a:avLst/>
          </a:prstGeom>
        </p:spPr>
        <p:txBody>
          <a:bodyPr wrap="square" lIns="0" tIns="36000" rIns="0" bIns="0" anchor="t" anchorCtr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US" sz="15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85750" lvl="0" indent="-285750" algn="l" defTabSz="914400" rtl="0" eaLnBrk="1" latinLnBrk="0" hangingPunct="1">
              <a:lnSpc>
                <a:spcPct val="90000"/>
              </a:lnSpc>
              <a:spcBef>
                <a:spcPts val="1000"/>
              </a:spcBef>
            </a:pPr>
            <a:r>
              <a:rPr lang="en-US" dirty="0"/>
              <a:t>Deck Title/Main Idea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CA7A7A-3891-B974-5E27-533BA0B03D1B}"/>
              </a:ext>
            </a:extLst>
          </p:cNvPr>
          <p:cNvSpPr txBox="1"/>
          <p:nvPr userDrawn="1"/>
        </p:nvSpPr>
        <p:spPr>
          <a:xfrm>
            <a:off x="623888" y="6453188"/>
            <a:ext cx="2781211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700" kern="0" spc="50" baseline="0" dirty="0">
                <a:solidFill>
                  <a:schemeClr val="accent5">
                    <a:lumMod val="75000"/>
                  </a:schemeClr>
                </a:solidFill>
                <a:latin typeface="+mn-lt"/>
                <a:ea typeface="+mn-ea"/>
                <a:cs typeface="Heebo" pitchFamily="2" charset="-79"/>
              </a:rPr>
              <a:t>© Hexaware Technologies. Confidential briefing. </a:t>
            </a:r>
            <a:endParaRPr lang="en-US" sz="700" kern="0" spc="50" baseline="0" dirty="0">
              <a:solidFill>
                <a:schemeClr val="accent5">
                  <a:lumMod val="75000"/>
                </a:schemeClr>
              </a:solidFill>
              <a:latin typeface="+mn-lt"/>
              <a:ea typeface="+mn-ea"/>
              <a:cs typeface="Heebo" pitchFamily="2" charset="-79"/>
            </a:endParaRPr>
          </a:p>
        </p:txBody>
      </p:sp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E0C4611E-F017-7C1D-2FF4-E1E27846092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275388" y="0"/>
            <a:ext cx="5916612" cy="6858000"/>
          </a:xfrm>
          <a:prstGeom prst="rect">
            <a:avLst/>
          </a:prstGeom>
        </p:spPr>
        <p:txBody>
          <a:bodyPr lIns="0" tIns="0" rIns="0" bIns="0" anchor="ctr" anchorCtr="1"/>
          <a:lstStyle>
            <a:lvl1pPr marL="0" indent="0">
              <a:lnSpc>
                <a:spcPct val="100000"/>
              </a:lnSpc>
              <a:buNone/>
              <a:defRPr lang="en-US" dirty="0">
                <a:solidFill>
                  <a:schemeClr val="bg2"/>
                </a:solidFill>
              </a:defRPr>
            </a:lvl1pPr>
          </a:lstStyle>
          <a:p>
            <a:pPr marL="228600" lvl="0" indent="-228600" algn="ctr"/>
            <a:r>
              <a:rPr lang="en-US" dirty="0"/>
              <a:t>Replace image </a:t>
            </a:r>
            <a:br>
              <a:rPr lang="en-US" dirty="0"/>
            </a:br>
            <a:r>
              <a:rPr lang="en-US" dirty="0"/>
              <a:t>of your choice</a:t>
            </a:r>
          </a:p>
        </p:txBody>
      </p:sp>
    </p:spTree>
    <p:extLst>
      <p:ext uri="{BB962C8B-B14F-4D97-AF65-F5344CB8AC3E}">
        <p14:creationId xmlns:p14="http://schemas.microsoft.com/office/powerpoint/2010/main" val="10086267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20" userDrawn="1">
          <p15:clr>
            <a:srgbClr val="FBAE40"/>
          </p15:clr>
        </p15:guide>
        <p15:guide id="2" pos="393" userDrawn="1">
          <p15:clr>
            <a:srgbClr val="FBAE40"/>
          </p15:clr>
        </p15:guide>
        <p15:guide id="3" pos="7287" userDrawn="1">
          <p15:clr>
            <a:srgbClr val="FBAE40"/>
          </p15:clr>
        </p15:guide>
        <p15:guide id="4" orient="horz" pos="232" userDrawn="1">
          <p15:clr>
            <a:srgbClr val="FBAE40"/>
          </p15:clr>
        </p15:guide>
        <p15:guide id="5" orient="horz" pos="572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Layout with Imag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E0C4611E-F017-7C1D-2FF4-E1E27846092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5916612" cy="6858000"/>
          </a:xfrm>
          <a:prstGeom prst="rect">
            <a:avLst/>
          </a:prstGeom>
        </p:spPr>
        <p:txBody>
          <a:bodyPr lIns="0" tIns="0" rIns="0" bIns="0" anchor="ctr" anchorCtr="1"/>
          <a:lstStyle>
            <a:lvl1pPr marL="0" indent="0">
              <a:lnSpc>
                <a:spcPct val="100000"/>
              </a:lnSpc>
              <a:buNone/>
              <a:defRPr lang="en-US" dirty="0">
                <a:solidFill>
                  <a:schemeClr val="bg2"/>
                </a:solidFill>
              </a:defRPr>
            </a:lvl1pPr>
          </a:lstStyle>
          <a:p>
            <a:pPr marL="228600" lvl="0" indent="-228600" algn="ctr"/>
            <a:r>
              <a:rPr lang="en-US" dirty="0"/>
              <a:t>Replace image </a:t>
            </a:r>
            <a:br>
              <a:rPr lang="en-US" dirty="0"/>
            </a:br>
            <a:r>
              <a:rPr lang="en-US" dirty="0"/>
              <a:t>of your choice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8A799FA-C73D-ED39-C551-268E9A6FE3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5300" y="908050"/>
            <a:ext cx="5307012" cy="3046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>
              <a:defRPr lang="en-US" sz="2200" dirty="0">
                <a:solidFill>
                  <a:schemeClr val="tx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Click to edit Master title style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9A554E1C-C3D3-0AA0-1FE5-E52D3268E9F6}"/>
              </a:ext>
            </a:extLst>
          </p:cNvPr>
          <p:cNvSpPr txBox="1">
            <a:spLocks/>
          </p:cNvSpPr>
          <p:nvPr userDrawn="1"/>
        </p:nvSpPr>
        <p:spPr>
          <a:xfrm>
            <a:off x="11567160" y="6453188"/>
            <a:ext cx="270570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R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46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91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837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783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729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674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620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566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r"/>
            <a:fld id="{39601925-951F-4EA8-91E5-A517312BFAAA}" type="slidenum">
              <a:rPr lang="en-US" sz="900" smtClean="0">
                <a:solidFill>
                  <a:schemeClr val="tx1"/>
                </a:solidFill>
                <a:latin typeface="+mn-lt"/>
              </a:rPr>
              <a:pPr lvl="0" algn="r"/>
              <a:t>‹#›</a:t>
            </a:fld>
            <a:endParaRPr lang="en-US" sz="900">
              <a:solidFill>
                <a:schemeClr val="tx1"/>
              </a:solidFill>
              <a:latin typeface="+mn-lt"/>
            </a:endParaRPr>
          </a:p>
        </p:txBody>
      </p:sp>
      <p:sp>
        <p:nvSpPr>
          <p:cNvPr id="2" name="Text Placeholder 18">
            <a:extLst>
              <a:ext uri="{FF2B5EF4-FFF2-40B4-BE49-F238E27FC236}">
                <a16:creationId xmlns:a16="http://schemas.microsoft.com/office/drawing/2014/main" id="{07CFC0FC-EE3C-B83B-D888-70A4672B3CA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 flipH="1">
            <a:off x="6275300" y="457200"/>
            <a:ext cx="5307012" cy="244101"/>
          </a:xfrm>
          <a:prstGeom prst="rect">
            <a:avLst/>
          </a:prstGeom>
        </p:spPr>
        <p:txBody>
          <a:bodyPr wrap="square" lIns="0" tIns="36000" rIns="0" bIns="0" anchor="t" anchorCtr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US" sz="15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85750" lvl="0" indent="-285750" algn="l" defTabSz="914400" rtl="0" eaLnBrk="1" latinLnBrk="0" hangingPunct="1">
              <a:lnSpc>
                <a:spcPct val="90000"/>
              </a:lnSpc>
              <a:spcBef>
                <a:spcPts val="1000"/>
              </a:spcBef>
            </a:pPr>
            <a:r>
              <a:rPr lang="en-US" dirty="0"/>
              <a:t>Deck Title/Main Idea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CA7A7A-3891-B974-5E27-533BA0B03D1B}"/>
              </a:ext>
            </a:extLst>
          </p:cNvPr>
          <p:cNvSpPr txBox="1"/>
          <p:nvPr userDrawn="1"/>
        </p:nvSpPr>
        <p:spPr>
          <a:xfrm>
            <a:off x="623888" y="6453188"/>
            <a:ext cx="2781211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700" kern="0" spc="50" baseline="0" dirty="0">
                <a:solidFill>
                  <a:schemeClr val="accent5">
                    <a:lumMod val="75000"/>
                  </a:schemeClr>
                </a:solidFill>
                <a:latin typeface="+mn-lt"/>
                <a:ea typeface="+mn-ea"/>
                <a:cs typeface="Heebo" pitchFamily="2" charset="-79"/>
              </a:rPr>
              <a:t>© Hexaware Technologies. Confidential briefing. </a:t>
            </a:r>
            <a:endParaRPr lang="en-US" sz="700" kern="0" spc="50" baseline="0" dirty="0">
              <a:solidFill>
                <a:schemeClr val="accent5">
                  <a:lumMod val="75000"/>
                </a:schemeClr>
              </a:solidFill>
              <a:latin typeface="+mn-lt"/>
              <a:ea typeface="+mn-ea"/>
              <a:cs typeface="Heebo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8141762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20" userDrawn="1">
          <p15:clr>
            <a:srgbClr val="FBAE40"/>
          </p15:clr>
        </p15:guide>
        <p15:guide id="2" pos="393" userDrawn="1">
          <p15:clr>
            <a:srgbClr val="FBAE40"/>
          </p15:clr>
        </p15:guide>
        <p15:guide id="3" pos="7287" userDrawn="1">
          <p15:clr>
            <a:srgbClr val="FBAE40"/>
          </p15:clr>
        </p15:guide>
        <p15:guide id="4" orient="horz" pos="232" userDrawn="1">
          <p15:clr>
            <a:srgbClr val="FBAE40"/>
          </p15:clr>
        </p15:guide>
        <p15:guide id="5" orient="horz" pos="572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9D067813-582A-4E3A-EF66-EF9F8971DFC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3888" y="5362574"/>
            <a:ext cx="1234991" cy="428625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None/>
              <a:defRPr lang="en-US" sz="1000" spc="10" baseline="0" dirty="0">
                <a:solidFill>
                  <a:schemeClr val="accent1"/>
                </a:solidFill>
              </a:defRPr>
            </a:lvl1pPr>
          </a:lstStyle>
          <a:p>
            <a:pPr marL="228600" lvl="0" indent="-228600"/>
            <a:r>
              <a:rPr lang="en-US" dirty="0"/>
              <a:t>Click to edit text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AE124A95-9614-9995-E872-AA3631F0E16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3888" y="4924425"/>
            <a:ext cx="1234991" cy="4154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en-US" sz="3000" dirty="0">
                <a:solidFill>
                  <a:schemeClr val="accent1"/>
                </a:solidFill>
                <a:latin typeface="+mj-lt"/>
              </a:defRPr>
            </a:lvl1pPr>
          </a:lstStyle>
          <a:p>
            <a:pPr marL="228600" lvl="0" indent="-228600"/>
            <a:r>
              <a:rPr lang="en-US" sz="3000">
                <a:latin typeface="+mj-lt"/>
              </a:rPr>
              <a:t>00%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DC7151D7-4F9C-C74E-F631-96155478821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3888" y="2259101"/>
            <a:ext cx="5400675" cy="222885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137160" indent="-137160">
              <a:lnSpc>
                <a:spcPct val="110000"/>
              </a:lnSpc>
              <a:buClr>
                <a:schemeClr val="tx1"/>
              </a:buClr>
              <a:buFont typeface="Arial" panose="020B0604020202020204" pitchFamily="34" charset="0"/>
              <a:buChar char="•"/>
              <a:defRPr lang="en-US" sz="1200" spc="10" baseline="0" dirty="0">
                <a:latin typeface="+mj-lt"/>
              </a:defRPr>
            </a:lvl1pPr>
          </a:lstStyle>
          <a:p>
            <a:pPr marL="228600" lvl="0" indent="-228600"/>
            <a:r>
              <a:rPr lang="en-US" dirty="0"/>
              <a:t>Click to edit text</a:t>
            </a:r>
          </a:p>
        </p:txBody>
      </p:sp>
      <p:sp>
        <p:nvSpPr>
          <p:cNvPr id="14" name="Picture Placeholder 10">
            <a:extLst>
              <a:ext uri="{FF2B5EF4-FFF2-40B4-BE49-F238E27FC236}">
                <a16:creationId xmlns:a16="http://schemas.microsoft.com/office/drawing/2014/main" id="{44699355-78E0-0732-ED34-4CC5E8D01C8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438900" y="914401"/>
            <a:ext cx="5753100" cy="4856084"/>
          </a:xfrm>
          <a:prstGeom prst="rect">
            <a:avLst/>
          </a:prstGeom>
        </p:spPr>
        <p:txBody>
          <a:bodyPr lIns="0" tIns="0" rIns="0" bIns="0" anchor="ctr" anchorCtr="1"/>
          <a:lstStyle>
            <a:lvl1pPr marL="0" indent="0">
              <a:lnSpc>
                <a:spcPct val="100000"/>
              </a:lnSpc>
              <a:buNone/>
              <a:defRPr lang="en-US" dirty="0"/>
            </a:lvl1pPr>
          </a:lstStyle>
          <a:p>
            <a:pPr marL="228600" lvl="0" indent="-228600" algn="ctr"/>
            <a:r>
              <a:rPr lang="en-US"/>
              <a:t>Replace image </a:t>
            </a:r>
            <a:br>
              <a:rPr lang="en-US"/>
            </a:br>
            <a:r>
              <a:rPr lang="en-US"/>
              <a:t>of your choice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00596B1D-988E-E99F-176F-80E435895062}"/>
              </a:ext>
            </a:extLst>
          </p:cNvPr>
          <p:cNvSpPr txBox="1">
            <a:spLocks/>
          </p:cNvSpPr>
          <p:nvPr userDrawn="1"/>
        </p:nvSpPr>
        <p:spPr>
          <a:xfrm>
            <a:off x="11567160" y="6453188"/>
            <a:ext cx="270570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R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46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91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837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783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729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674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620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566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r"/>
            <a:fld id="{39601925-951F-4EA8-91E5-A517312BFAAA}" type="slidenum">
              <a:rPr lang="en-US" sz="900" smtClean="0">
                <a:solidFill>
                  <a:schemeClr val="tx1"/>
                </a:solidFill>
                <a:latin typeface="+mn-lt"/>
              </a:rPr>
              <a:pPr lvl="0" algn="r"/>
              <a:t>‹#›</a:t>
            </a:fld>
            <a:endParaRPr lang="en-US" sz="900">
              <a:solidFill>
                <a:schemeClr val="tx1"/>
              </a:solidFill>
              <a:latin typeface="+mn-lt"/>
            </a:endParaRP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50C99C6E-EBA2-8BAD-9F81-2D0DB0A48CF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979445" y="5362574"/>
            <a:ext cx="1234991" cy="428625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None/>
              <a:defRPr lang="en-US" sz="1000" spc="10" baseline="0" dirty="0">
                <a:solidFill>
                  <a:schemeClr val="accent1"/>
                </a:solidFill>
              </a:defRPr>
            </a:lvl1pPr>
          </a:lstStyle>
          <a:p>
            <a:pPr marL="228600" lvl="0" indent="-228600"/>
            <a:r>
              <a:rPr lang="en-US"/>
              <a:t>Click to edit text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9B8C8614-A292-2DEB-B2B8-6FE164A0B9A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979445" y="4924425"/>
            <a:ext cx="1234991" cy="4154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en-US" sz="3000" dirty="0">
                <a:solidFill>
                  <a:schemeClr val="accent1"/>
                </a:solidFill>
                <a:latin typeface="+mj-lt"/>
              </a:defRPr>
            </a:lvl1pPr>
          </a:lstStyle>
          <a:p>
            <a:pPr marL="228600" lvl="0" indent="-228600"/>
            <a:r>
              <a:rPr lang="en-US" sz="3000" dirty="0">
                <a:latin typeface="+mj-lt"/>
              </a:rPr>
              <a:t>00%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73BF58F6-5870-8D4C-28A5-5AB0669CF4F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335002" y="5362574"/>
            <a:ext cx="1234991" cy="428625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None/>
              <a:defRPr lang="en-US" sz="1000" spc="10" baseline="0" dirty="0">
                <a:solidFill>
                  <a:schemeClr val="accent1"/>
                </a:solidFill>
              </a:defRPr>
            </a:lvl1pPr>
          </a:lstStyle>
          <a:p>
            <a:pPr marL="228600" lvl="0" indent="-228600"/>
            <a:r>
              <a:rPr lang="en-US"/>
              <a:t>Click to edit text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3BC94BD8-ABAB-BE04-A141-5BF408AB233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335002" y="4924425"/>
            <a:ext cx="1234991" cy="4154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en-US" sz="3000" dirty="0">
                <a:solidFill>
                  <a:schemeClr val="accent1"/>
                </a:solidFill>
                <a:latin typeface="+mj-lt"/>
              </a:defRPr>
            </a:lvl1pPr>
          </a:lstStyle>
          <a:p>
            <a:pPr marL="228600" lvl="0" indent="-228600"/>
            <a:r>
              <a:rPr lang="en-US" sz="3000">
                <a:latin typeface="+mj-lt"/>
              </a:rPr>
              <a:t>00%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BA14879-AD6D-EF65-00C1-295476E8317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690559" y="5362574"/>
            <a:ext cx="1234991" cy="428625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None/>
              <a:defRPr lang="en-US" sz="1000" spc="10" baseline="0" dirty="0">
                <a:solidFill>
                  <a:schemeClr val="accent1"/>
                </a:solidFill>
              </a:defRPr>
            </a:lvl1pPr>
          </a:lstStyle>
          <a:p>
            <a:pPr marL="228600" lvl="0" indent="-228600"/>
            <a:r>
              <a:rPr lang="en-US"/>
              <a:t>Click to edit text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72023F31-09AA-E6AB-E198-AAEB6FE7887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690559" y="4924425"/>
            <a:ext cx="1234991" cy="4154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en-US" sz="3000" dirty="0">
                <a:solidFill>
                  <a:schemeClr val="accent1"/>
                </a:solidFill>
                <a:latin typeface="+mj-lt"/>
              </a:defRPr>
            </a:lvl1pPr>
          </a:lstStyle>
          <a:p>
            <a:pPr marL="228600" lvl="0" indent="-228600"/>
            <a:r>
              <a:rPr lang="en-US" sz="3000">
                <a:latin typeface="+mj-lt"/>
              </a:rPr>
              <a:t>00%</a:t>
            </a:r>
          </a:p>
        </p:txBody>
      </p:sp>
      <p:sp>
        <p:nvSpPr>
          <p:cNvPr id="12" name="Text Placeholder 18">
            <a:extLst>
              <a:ext uri="{FF2B5EF4-FFF2-40B4-BE49-F238E27FC236}">
                <a16:creationId xmlns:a16="http://schemas.microsoft.com/office/drawing/2014/main" id="{C356DA4B-68E0-8CE3-407A-E24FC24779D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 flipH="1">
            <a:off x="623888" y="786278"/>
            <a:ext cx="5300664" cy="174851"/>
          </a:xfrm>
          <a:prstGeom prst="rect">
            <a:avLst/>
          </a:prstGeom>
        </p:spPr>
        <p:txBody>
          <a:bodyPr wrap="square" lIns="0" tIns="36000" rIns="0" bIns="0" anchor="t" anchorCtr="0">
            <a:spAutoFit/>
          </a:bodyPr>
          <a:lstStyle>
            <a:lvl1pPr marL="0" indent="0">
              <a:buNone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Case study: Client description</a:t>
            </a:r>
          </a:p>
        </p:txBody>
      </p:sp>
      <p:sp>
        <p:nvSpPr>
          <p:cNvPr id="13" name="Title 2">
            <a:extLst>
              <a:ext uri="{FF2B5EF4-FFF2-40B4-BE49-F238E27FC236}">
                <a16:creationId xmlns:a16="http://schemas.microsoft.com/office/drawing/2014/main" id="{86F02B4B-DEA1-2B1E-63A6-AE70D545D0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3888" y="1391951"/>
            <a:ext cx="5292725" cy="3385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>
              <a:lnSpc>
                <a:spcPct val="100000"/>
              </a:lnSpc>
              <a:defRPr lang="en-US" sz="2200" dirty="0">
                <a:solidFill>
                  <a:schemeClr val="tx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Compelling hook</a:t>
            </a:r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086C7F59-CC8C-1CFD-C8BF-9B5247BFC60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 flipH="1">
            <a:off x="623888" y="457200"/>
            <a:ext cx="5300664" cy="216401"/>
          </a:xfrm>
          <a:prstGeom prst="rect">
            <a:avLst/>
          </a:prstGeom>
        </p:spPr>
        <p:txBody>
          <a:bodyPr wrap="square" lIns="0" tIns="36000" rIns="0" bIns="0" anchor="t" anchorCtr="0">
            <a:noAutofit/>
          </a:bodyPr>
          <a:lstStyle>
            <a:lvl1pPr marL="0" indent="0">
              <a:buNone/>
              <a:defRPr lang="en-US" sz="15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Business Unit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0FF26795-5969-0635-78C3-63A2CFC3E48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17328" y="345760"/>
            <a:ext cx="914400" cy="122739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68EA30B7-D9E2-5CAD-6AD0-C13B33252F63}"/>
              </a:ext>
            </a:extLst>
          </p:cNvPr>
          <p:cNvSpPr txBox="1"/>
          <p:nvPr userDrawn="1"/>
        </p:nvSpPr>
        <p:spPr>
          <a:xfrm>
            <a:off x="623888" y="6453188"/>
            <a:ext cx="2781211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700" kern="0" spc="50" baseline="0" dirty="0">
                <a:solidFill>
                  <a:schemeClr val="accent5">
                    <a:lumMod val="75000"/>
                  </a:schemeClr>
                </a:solidFill>
                <a:latin typeface="+mn-lt"/>
                <a:ea typeface="+mn-ea"/>
                <a:cs typeface="Heebo" pitchFamily="2" charset="-79"/>
              </a:rPr>
              <a:t>© Hexaware Technologies. Confidential briefing. </a:t>
            </a:r>
            <a:endParaRPr lang="en-US" sz="700" kern="0" spc="50" baseline="0" dirty="0">
              <a:solidFill>
                <a:schemeClr val="accent5">
                  <a:lumMod val="75000"/>
                </a:schemeClr>
              </a:solidFill>
              <a:latin typeface="+mn-lt"/>
              <a:ea typeface="+mn-ea"/>
              <a:cs typeface="Heebo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051241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20" userDrawn="1">
          <p15:clr>
            <a:srgbClr val="FBAE40"/>
          </p15:clr>
        </p15:guide>
        <p15:guide id="2" pos="393" userDrawn="1">
          <p15:clr>
            <a:srgbClr val="FBAE40"/>
          </p15:clr>
        </p15:guide>
        <p15:guide id="3" pos="7287" userDrawn="1">
          <p15:clr>
            <a:srgbClr val="FBAE40"/>
          </p15:clr>
        </p15:guide>
        <p15:guide id="4" orient="horz" pos="240" userDrawn="1">
          <p15:clr>
            <a:srgbClr val="FBAE40"/>
          </p15:clr>
        </p15:guide>
        <p15:guide id="5" orient="horz" pos="572" userDrawn="1">
          <p15:clr>
            <a:srgbClr val="FBAE40"/>
          </p15:clr>
        </p15:guide>
        <p15:guide id="6" pos="3795" userDrawn="1">
          <p15:clr>
            <a:srgbClr val="FBAE40"/>
          </p15:clr>
        </p15:guide>
        <p15:guide id="7" pos="4056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with Clien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9D067813-582A-4E3A-EF66-EF9F8971DFC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3888" y="5362574"/>
            <a:ext cx="1234991" cy="428625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None/>
              <a:defRPr lang="en-US" sz="1000" spc="10" baseline="0" dirty="0"/>
            </a:lvl1pPr>
          </a:lstStyle>
          <a:p>
            <a:pPr marL="228600" lvl="0" indent="-228600"/>
            <a:r>
              <a:rPr lang="en-US"/>
              <a:t>Click to edit text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AE124A95-9614-9995-E872-AA3631F0E16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3888" y="4924425"/>
            <a:ext cx="1234991" cy="4154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en-US" sz="3000" dirty="0">
                <a:solidFill>
                  <a:schemeClr val="accent1"/>
                </a:solidFill>
                <a:latin typeface="+mj-lt"/>
              </a:defRPr>
            </a:lvl1pPr>
          </a:lstStyle>
          <a:p>
            <a:pPr marL="228600" lvl="0" indent="-228600"/>
            <a:r>
              <a:rPr lang="en-US" sz="3000">
                <a:latin typeface="+mj-lt"/>
              </a:rPr>
              <a:t>00%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DC7151D7-4F9C-C74E-F631-96155478821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3888" y="2259101"/>
            <a:ext cx="5400675" cy="222885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137160" indent="-137160">
              <a:lnSpc>
                <a:spcPct val="100000"/>
              </a:lnSpc>
              <a:buClr>
                <a:schemeClr val="tx1"/>
              </a:buClr>
              <a:buFont typeface="Arial" panose="020B0604020202020204" pitchFamily="34" charset="0"/>
              <a:buChar char="•"/>
              <a:defRPr lang="en-US" sz="1200" spc="10" baseline="0" dirty="0">
                <a:latin typeface="+mj-lt"/>
              </a:defRPr>
            </a:lvl1pPr>
          </a:lstStyle>
          <a:p>
            <a:pPr marL="228600" lvl="0" indent="-228600"/>
            <a:r>
              <a:rPr lang="en-US" dirty="0"/>
              <a:t>Click to edit text</a:t>
            </a:r>
          </a:p>
        </p:txBody>
      </p:sp>
      <p:sp>
        <p:nvSpPr>
          <p:cNvPr id="14" name="Picture Placeholder 10">
            <a:extLst>
              <a:ext uri="{FF2B5EF4-FFF2-40B4-BE49-F238E27FC236}">
                <a16:creationId xmlns:a16="http://schemas.microsoft.com/office/drawing/2014/main" id="{44699355-78E0-0732-ED34-4CC5E8D01C8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438900" y="914401"/>
            <a:ext cx="5753100" cy="4856084"/>
          </a:xfrm>
          <a:prstGeom prst="rect">
            <a:avLst/>
          </a:prstGeom>
        </p:spPr>
        <p:txBody>
          <a:bodyPr lIns="0" tIns="0" rIns="0" bIns="0" anchor="ctr" anchorCtr="1"/>
          <a:lstStyle>
            <a:lvl1pPr marL="0" indent="0">
              <a:lnSpc>
                <a:spcPct val="100000"/>
              </a:lnSpc>
              <a:buNone/>
              <a:defRPr lang="en-US" dirty="0"/>
            </a:lvl1pPr>
          </a:lstStyle>
          <a:p>
            <a:pPr marL="228600" lvl="0" indent="-228600" algn="ctr"/>
            <a:r>
              <a:rPr lang="en-US"/>
              <a:t>Replace image </a:t>
            </a:r>
            <a:br>
              <a:rPr lang="en-US"/>
            </a:br>
            <a:r>
              <a:rPr lang="en-US"/>
              <a:t>of your choice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00596B1D-988E-E99F-176F-80E435895062}"/>
              </a:ext>
            </a:extLst>
          </p:cNvPr>
          <p:cNvSpPr txBox="1">
            <a:spLocks/>
          </p:cNvSpPr>
          <p:nvPr userDrawn="1"/>
        </p:nvSpPr>
        <p:spPr>
          <a:xfrm>
            <a:off x="11567160" y="6453188"/>
            <a:ext cx="270570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R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46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91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837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783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729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674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620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566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r"/>
            <a:fld id="{39601925-951F-4EA8-91E5-A517312BFAAA}" type="slidenum">
              <a:rPr lang="en-US" sz="900" smtClean="0">
                <a:solidFill>
                  <a:schemeClr val="tx1"/>
                </a:solidFill>
                <a:latin typeface="+mn-lt"/>
              </a:rPr>
              <a:pPr lvl="0" algn="r"/>
              <a:t>‹#›</a:t>
            </a:fld>
            <a:endParaRPr lang="en-US" sz="900">
              <a:solidFill>
                <a:schemeClr val="tx1"/>
              </a:solidFill>
              <a:latin typeface="+mn-lt"/>
            </a:endParaRP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50C99C6E-EBA2-8BAD-9F81-2D0DB0A48CF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979445" y="5362574"/>
            <a:ext cx="1234991" cy="428625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None/>
              <a:defRPr lang="en-US" sz="1000" spc="10" baseline="0" dirty="0"/>
            </a:lvl1pPr>
          </a:lstStyle>
          <a:p>
            <a:pPr marL="228600" lvl="0" indent="-228600"/>
            <a:r>
              <a:rPr lang="en-US"/>
              <a:t>Click to edit text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9B8C8614-A292-2DEB-B2B8-6FE164A0B9A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979445" y="4924425"/>
            <a:ext cx="1234991" cy="4154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en-US" sz="3000" dirty="0">
                <a:solidFill>
                  <a:schemeClr val="accent1"/>
                </a:solidFill>
                <a:latin typeface="+mj-lt"/>
              </a:defRPr>
            </a:lvl1pPr>
          </a:lstStyle>
          <a:p>
            <a:pPr marL="228600" lvl="0" indent="-228600"/>
            <a:r>
              <a:rPr lang="en-US" sz="3000" dirty="0">
                <a:latin typeface="+mj-lt"/>
              </a:rPr>
              <a:t>00%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73BF58F6-5870-8D4C-28A5-5AB0669CF4F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335002" y="5362574"/>
            <a:ext cx="1234991" cy="428625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None/>
              <a:defRPr lang="en-US" sz="1000" spc="10" baseline="0" dirty="0"/>
            </a:lvl1pPr>
          </a:lstStyle>
          <a:p>
            <a:pPr marL="228600" lvl="0" indent="-228600"/>
            <a:r>
              <a:rPr lang="en-US"/>
              <a:t>Click to edit text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3BC94BD8-ABAB-BE04-A141-5BF408AB233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335002" y="4924425"/>
            <a:ext cx="1234991" cy="4154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en-US" sz="3000" dirty="0">
                <a:solidFill>
                  <a:schemeClr val="accent1"/>
                </a:solidFill>
                <a:latin typeface="+mj-lt"/>
              </a:defRPr>
            </a:lvl1pPr>
          </a:lstStyle>
          <a:p>
            <a:pPr marL="228600" lvl="0" indent="-228600"/>
            <a:r>
              <a:rPr lang="en-US" sz="3000">
                <a:latin typeface="+mj-lt"/>
              </a:rPr>
              <a:t>00%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BA14879-AD6D-EF65-00C1-295476E8317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690559" y="5362574"/>
            <a:ext cx="1234991" cy="428625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None/>
              <a:defRPr lang="en-US" sz="1000" spc="10" baseline="0" dirty="0"/>
            </a:lvl1pPr>
          </a:lstStyle>
          <a:p>
            <a:pPr marL="228600" lvl="0" indent="-228600"/>
            <a:r>
              <a:rPr lang="en-US"/>
              <a:t>Click to edit text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72023F31-09AA-E6AB-E198-AAEB6FE7887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690559" y="4924425"/>
            <a:ext cx="1234991" cy="4154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en-US" sz="3000" dirty="0">
                <a:solidFill>
                  <a:schemeClr val="accent1"/>
                </a:solidFill>
                <a:latin typeface="+mj-lt"/>
              </a:defRPr>
            </a:lvl1pPr>
          </a:lstStyle>
          <a:p>
            <a:pPr marL="228600" lvl="0" indent="-228600"/>
            <a:r>
              <a:rPr lang="en-US" sz="3000">
                <a:latin typeface="+mj-lt"/>
              </a:rPr>
              <a:t>00%</a:t>
            </a:r>
          </a:p>
        </p:txBody>
      </p:sp>
      <p:sp>
        <p:nvSpPr>
          <p:cNvPr id="12" name="Text Placeholder 18">
            <a:extLst>
              <a:ext uri="{FF2B5EF4-FFF2-40B4-BE49-F238E27FC236}">
                <a16:creationId xmlns:a16="http://schemas.microsoft.com/office/drawing/2014/main" id="{C356DA4B-68E0-8CE3-407A-E24FC24779D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 flipH="1">
            <a:off x="623888" y="786278"/>
            <a:ext cx="5300664" cy="174851"/>
          </a:xfrm>
          <a:prstGeom prst="rect">
            <a:avLst/>
          </a:prstGeom>
        </p:spPr>
        <p:txBody>
          <a:bodyPr wrap="square" lIns="0" tIns="36000" rIns="0" bIns="0" anchor="t" anchorCtr="0">
            <a:spAutoFit/>
          </a:bodyPr>
          <a:lstStyle>
            <a:lvl1pPr marL="0" indent="0">
              <a:buNone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Case study: Client description</a:t>
            </a:r>
          </a:p>
        </p:txBody>
      </p:sp>
      <p:sp>
        <p:nvSpPr>
          <p:cNvPr id="13" name="Title 2">
            <a:extLst>
              <a:ext uri="{FF2B5EF4-FFF2-40B4-BE49-F238E27FC236}">
                <a16:creationId xmlns:a16="http://schemas.microsoft.com/office/drawing/2014/main" id="{86F02B4B-DEA1-2B1E-63A6-AE70D545D0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3888" y="1391951"/>
            <a:ext cx="5292725" cy="3046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>
              <a:defRPr lang="en-US" sz="2200" dirty="0">
                <a:solidFill>
                  <a:schemeClr val="accent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Compelling hook</a:t>
            </a:r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086C7F59-CC8C-1CFD-C8BF-9B5247BFC60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 flipH="1">
            <a:off x="623888" y="457200"/>
            <a:ext cx="5300664" cy="216401"/>
          </a:xfrm>
          <a:prstGeom prst="rect">
            <a:avLst/>
          </a:prstGeom>
        </p:spPr>
        <p:txBody>
          <a:bodyPr wrap="square" lIns="0" tIns="36000" rIns="0" bIns="0" anchor="t" anchorCtr="0">
            <a:noAutofit/>
          </a:bodyPr>
          <a:lstStyle>
            <a:lvl1pPr marL="0" indent="0">
              <a:buNone/>
              <a:defRPr lang="en-US" sz="15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Business Unit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0FF26795-5969-0635-78C3-63A2CFC3E48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17328" y="345760"/>
            <a:ext cx="914400" cy="122739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68EA30B7-D9E2-5CAD-6AD0-C13B33252F63}"/>
              </a:ext>
            </a:extLst>
          </p:cNvPr>
          <p:cNvSpPr txBox="1"/>
          <p:nvPr userDrawn="1"/>
        </p:nvSpPr>
        <p:spPr>
          <a:xfrm>
            <a:off x="623888" y="6453188"/>
            <a:ext cx="2781211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700" kern="0" spc="50" baseline="0" dirty="0">
                <a:solidFill>
                  <a:schemeClr val="accent5">
                    <a:lumMod val="75000"/>
                  </a:schemeClr>
                </a:solidFill>
                <a:latin typeface="+mn-lt"/>
                <a:ea typeface="+mn-ea"/>
                <a:cs typeface="Heebo" pitchFamily="2" charset="-79"/>
              </a:rPr>
              <a:t>© Hexaware Technologies. Confidential briefing. </a:t>
            </a:r>
            <a:endParaRPr lang="en-US" sz="700" kern="0" spc="50" baseline="0" dirty="0">
              <a:solidFill>
                <a:schemeClr val="accent5">
                  <a:lumMod val="75000"/>
                </a:schemeClr>
              </a:solidFill>
              <a:latin typeface="+mn-lt"/>
              <a:ea typeface="+mn-ea"/>
              <a:cs typeface="Heebo" pitchFamily="2" charset="-79"/>
            </a:endParaRPr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AB14D727-AE35-74B6-7123-2B8ADA30FEC1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9547412" y="194455"/>
            <a:ext cx="1291871" cy="409853"/>
          </a:xfrm>
          <a:prstGeom prst="rect">
            <a:avLst/>
          </a:prstGeom>
        </p:spPr>
        <p:txBody>
          <a:bodyPr lIns="0" tIns="0" rIns="0" bIns="0" anchor="ctr" anchorCtr="1"/>
          <a:lstStyle>
            <a:lvl1pPr marL="0" indent="0">
              <a:lnSpc>
                <a:spcPct val="100000"/>
              </a:lnSpc>
              <a:buNone/>
              <a:defRPr lang="en-US" sz="900" dirty="0"/>
            </a:lvl1pPr>
          </a:lstStyle>
          <a:p>
            <a:pPr marL="228600" lvl="0" indent="-228600" algn="ctr"/>
            <a:r>
              <a:rPr lang="en-US"/>
              <a:t>Client logo here.</a:t>
            </a:r>
          </a:p>
        </p:txBody>
      </p:sp>
    </p:spTree>
    <p:extLst>
      <p:ext uri="{BB962C8B-B14F-4D97-AF65-F5344CB8AC3E}">
        <p14:creationId xmlns:p14="http://schemas.microsoft.com/office/powerpoint/2010/main" val="13006554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20" userDrawn="1">
          <p15:clr>
            <a:srgbClr val="FBAE40"/>
          </p15:clr>
        </p15:guide>
        <p15:guide id="2" pos="393" userDrawn="1">
          <p15:clr>
            <a:srgbClr val="FBAE40"/>
          </p15:clr>
        </p15:guide>
        <p15:guide id="3" pos="7287" userDrawn="1">
          <p15:clr>
            <a:srgbClr val="FBAE40"/>
          </p15:clr>
        </p15:guide>
        <p15:guide id="4" orient="horz" pos="240" userDrawn="1">
          <p15:clr>
            <a:srgbClr val="FBAE40"/>
          </p15:clr>
        </p15:guide>
        <p15:guide id="5" orient="horz" pos="572" userDrawn="1">
          <p15:clr>
            <a:srgbClr val="FBAE40"/>
          </p15:clr>
        </p15:guide>
        <p15:guide id="6" pos="3795" userDrawn="1">
          <p15:clr>
            <a:srgbClr val="FBAE40"/>
          </p15:clr>
        </p15:guide>
        <p15:guide id="7" pos="4056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0023B6BF-6BEC-44B3-16FD-D8AD3240A4D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anchor="ctr" anchorCtr="1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Replace with brand-approved image </a:t>
            </a:r>
            <a:br>
              <a:rPr lang="en-US" dirty="0"/>
            </a:br>
            <a:r>
              <a:rPr lang="en-US" dirty="0"/>
              <a:t>of your choice from </a:t>
            </a:r>
            <a:r>
              <a:rPr lang="en-US" dirty="0" err="1"/>
              <a:t>SalesCentral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8F0E86-E33C-1C9A-B1D6-25E39CA4FF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3888" y="3857625"/>
            <a:ext cx="8180649" cy="623248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>
              <a:defRPr sz="4500">
                <a:solidFill>
                  <a:schemeClr val="bg2"/>
                </a:solidFill>
                <a:latin typeface="+mj-lt"/>
              </a:defRPr>
            </a:lvl1pPr>
          </a:lstStyle>
          <a:p>
            <a:r>
              <a:rPr lang="en-US"/>
              <a:t>Section Header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89B85627-C772-5EFB-A063-1191C3E2A3B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3888" y="3274796"/>
            <a:ext cx="7328535" cy="304800"/>
          </a:xfrm>
          <a:prstGeom prst="rect">
            <a:avLst/>
          </a:prstGeom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lang="en-US" sz="1800" kern="1200" dirty="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Deck Title/Main Idea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9A9B6927-ECC4-B8DD-4D37-1E96DB1E0D3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17328" y="345760"/>
            <a:ext cx="914400" cy="122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70926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29" userDrawn="1">
          <p15:clr>
            <a:srgbClr val="FBAE40"/>
          </p15:clr>
        </p15:guide>
        <p15:guide id="2" pos="393" userDrawn="1">
          <p15:clr>
            <a:srgbClr val="FBAE40"/>
          </p15:clr>
        </p15:guide>
        <p15:guide id="3" orient="horz" pos="572" userDrawn="1">
          <p15:clr>
            <a:srgbClr val="FBAE40"/>
          </p15:clr>
        </p15:guide>
        <p15:guide id="4" pos="7287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D4945255-4D54-BD6F-F948-3B2AF5A407AD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anchor="ctr" anchorCtr="1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Replace with brand-approved image </a:t>
            </a:r>
            <a:br>
              <a:rPr lang="en-US" dirty="0"/>
            </a:br>
            <a:r>
              <a:rPr lang="en-US" dirty="0"/>
              <a:t>of your choice from </a:t>
            </a:r>
            <a:r>
              <a:rPr lang="en-US" dirty="0" err="1"/>
              <a:t>SalesCentral</a:t>
            </a:r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0E6E8BE-2736-1222-838E-6E63376063C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22959" y="3039710"/>
            <a:ext cx="9264015" cy="761747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>
              <a:defRPr lang="en-US" sz="55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Quotes/Statements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BF5C101-3AED-153B-C82B-8B61A301689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17328" y="345760"/>
            <a:ext cx="914400" cy="12273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2F22B60-3A0B-2802-A96C-D3BBE975C036}"/>
              </a:ext>
            </a:extLst>
          </p:cNvPr>
          <p:cNvSpPr txBox="1"/>
          <p:nvPr userDrawn="1"/>
        </p:nvSpPr>
        <p:spPr>
          <a:xfrm>
            <a:off x="623888" y="6453188"/>
            <a:ext cx="2781211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700" kern="0" spc="50" baseline="0" dirty="0">
                <a:solidFill>
                  <a:schemeClr val="accent5">
                    <a:lumMod val="75000"/>
                  </a:schemeClr>
                </a:solidFill>
                <a:latin typeface="+mn-lt"/>
                <a:ea typeface="+mn-ea"/>
                <a:cs typeface="Heebo" pitchFamily="2" charset="-79"/>
              </a:rPr>
              <a:t>© Hexaware Technologies. Confidential briefing. </a:t>
            </a:r>
            <a:endParaRPr lang="en-US" sz="700" kern="0" spc="50" baseline="0" dirty="0">
              <a:solidFill>
                <a:schemeClr val="accent5">
                  <a:lumMod val="75000"/>
                </a:schemeClr>
              </a:solidFill>
              <a:latin typeface="+mn-lt"/>
              <a:ea typeface="+mn-ea"/>
              <a:cs typeface="Heebo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965856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20">
          <p15:clr>
            <a:srgbClr val="FBAE40"/>
          </p15:clr>
        </p15:guide>
        <p15:guide id="2" pos="393">
          <p15:clr>
            <a:srgbClr val="FBAE40"/>
          </p15:clr>
        </p15:guide>
        <p15:guide id="3" pos="7287">
          <p15:clr>
            <a:srgbClr val="FBAE40"/>
          </p15:clr>
        </p15:guide>
        <p15:guide id="4" orient="horz" pos="232">
          <p15:clr>
            <a:srgbClr val="FBAE40"/>
          </p15:clr>
        </p15:guide>
        <p15:guide id="5" orient="horz" pos="57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ghlight Blue Backgroun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11B5BBF-3656-D3C3-5A83-CACD136FC2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908050"/>
            <a:ext cx="5335587" cy="34624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>
              <a:defRPr lang="en-US" sz="2500">
                <a:solidFill>
                  <a:schemeClr val="bg2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Click to edit Master title style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4FF0805-C9C2-2263-891F-E0EAD4704885}"/>
              </a:ext>
            </a:extLst>
          </p:cNvPr>
          <p:cNvSpPr txBox="1">
            <a:spLocks/>
          </p:cNvSpPr>
          <p:nvPr userDrawn="1"/>
        </p:nvSpPr>
        <p:spPr>
          <a:xfrm>
            <a:off x="11567160" y="6453188"/>
            <a:ext cx="270570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R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46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91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837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783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729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674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620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566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r"/>
            <a:fld id="{39601925-951F-4EA8-91E5-A517312BFAAA}" type="slidenum">
              <a:rPr lang="en-US" sz="900" smtClean="0">
                <a:solidFill>
                  <a:schemeClr val="bg2"/>
                </a:solidFill>
                <a:latin typeface="+mn-lt"/>
              </a:rPr>
              <a:pPr lvl="0" algn="r"/>
              <a:t>‹#›</a:t>
            </a:fld>
            <a:endParaRPr lang="en-US" sz="900">
              <a:solidFill>
                <a:schemeClr val="bg2"/>
              </a:solidFill>
              <a:latin typeface="+mn-lt"/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C57AFB80-6C53-A18C-7FEF-6CAEDC4A62A6}"/>
              </a:ext>
            </a:extLst>
          </p:cNvPr>
          <p:cNvPicPr>
            <a:picLocks noChangeAspect="1"/>
          </p:cNvPicPr>
          <p:nvPr userDrawn="1"/>
        </p:nvPicPr>
        <p:blipFill>
          <a:blip>
            <a:lum bright="10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17328" y="345760"/>
            <a:ext cx="914400" cy="12273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70B9604-38F2-3FB9-7EAE-F929A08B46DA}"/>
              </a:ext>
            </a:extLst>
          </p:cNvPr>
          <p:cNvSpPr txBox="1"/>
          <p:nvPr userDrawn="1"/>
        </p:nvSpPr>
        <p:spPr>
          <a:xfrm>
            <a:off x="623888" y="6453188"/>
            <a:ext cx="2781211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700" kern="0" spc="50" baseline="0" dirty="0">
                <a:solidFill>
                  <a:srgbClr val="CBD0E5"/>
                </a:solidFill>
                <a:latin typeface="+mn-lt"/>
                <a:ea typeface="+mn-ea"/>
                <a:cs typeface="Heebo" pitchFamily="2" charset="-79"/>
              </a:rPr>
              <a:t>© Hexaware Technologies. Confidential briefing. </a:t>
            </a:r>
            <a:endParaRPr lang="en-US" sz="700" kern="0" spc="50" baseline="0" dirty="0">
              <a:solidFill>
                <a:srgbClr val="CBD0E5"/>
              </a:solidFill>
              <a:latin typeface="+mn-lt"/>
              <a:ea typeface="+mn-ea"/>
              <a:cs typeface="Heebo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073989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20" userDrawn="1">
          <p15:clr>
            <a:srgbClr val="FBAE40"/>
          </p15:clr>
        </p15:guide>
        <p15:guide id="2" pos="393" userDrawn="1">
          <p15:clr>
            <a:srgbClr val="FBAE40"/>
          </p15:clr>
        </p15:guide>
        <p15:guide id="3" pos="7287" userDrawn="1">
          <p15:clr>
            <a:srgbClr val="FBAE40"/>
          </p15:clr>
        </p15:guide>
        <p15:guide id="4" orient="horz" pos="232" userDrawn="1">
          <p15:clr>
            <a:srgbClr val="FBAE40"/>
          </p15:clr>
        </p15:guide>
        <p15:guide id="5" orient="horz" pos="572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ghlight White Backgroun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11B5BBF-3656-D3C3-5A83-CACD136FC2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908050"/>
            <a:ext cx="5335587" cy="34624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>
              <a:defRPr lang="en-US" sz="2500">
                <a:solidFill>
                  <a:schemeClr val="tx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Click to edit Master title style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4FF0805-C9C2-2263-891F-E0EAD4704885}"/>
              </a:ext>
            </a:extLst>
          </p:cNvPr>
          <p:cNvSpPr txBox="1">
            <a:spLocks/>
          </p:cNvSpPr>
          <p:nvPr userDrawn="1"/>
        </p:nvSpPr>
        <p:spPr>
          <a:xfrm>
            <a:off x="11567160" y="6453188"/>
            <a:ext cx="270570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R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46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91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837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783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729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674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620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566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r"/>
            <a:fld id="{39601925-951F-4EA8-91E5-A517312BFAAA}" type="slidenum">
              <a:rPr lang="en-US" sz="900" smtClean="0">
                <a:solidFill>
                  <a:schemeClr val="tx1"/>
                </a:solidFill>
                <a:latin typeface="+mn-lt"/>
              </a:rPr>
              <a:pPr lvl="0" algn="r"/>
              <a:t>‹#›</a:t>
            </a:fld>
            <a:endParaRPr lang="en-US" sz="900">
              <a:solidFill>
                <a:schemeClr val="tx1"/>
              </a:solidFill>
              <a:latin typeface="+mn-l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DF1B1B2-864D-DAA1-E37B-5AF3B309E6ED}"/>
              </a:ext>
            </a:extLst>
          </p:cNvPr>
          <p:cNvSpPr txBox="1"/>
          <p:nvPr userDrawn="1"/>
        </p:nvSpPr>
        <p:spPr>
          <a:xfrm>
            <a:off x="623888" y="6453188"/>
            <a:ext cx="2781211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700" kern="0" spc="50" baseline="0" dirty="0">
                <a:solidFill>
                  <a:schemeClr val="accent5">
                    <a:lumMod val="75000"/>
                  </a:schemeClr>
                </a:solidFill>
                <a:latin typeface="+mn-lt"/>
                <a:ea typeface="+mn-ea"/>
                <a:cs typeface="Heebo" pitchFamily="2" charset="-79"/>
              </a:rPr>
              <a:t>© Hexaware Technologies. Confidential briefing. </a:t>
            </a:r>
            <a:endParaRPr lang="en-US" sz="700" kern="0" spc="50" baseline="0" dirty="0">
              <a:solidFill>
                <a:schemeClr val="accent5">
                  <a:lumMod val="75000"/>
                </a:schemeClr>
              </a:solidFill>
              <a:latin typeface="+mn-lt"/>
              <a:ea typeface="+mn-ea"/>
              <a:cs typeface="Heebo" pitchFamily="2" charset="-79"/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C5ADA5CE-3411-C91A-6526-A8678FD4114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17328" y="345760"/>
            <a:ext cx="914400" cy="122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70270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20" userDrawn="1">
          <p15:clr>
            <a:srgbClr val="FBAE40"/>
          </p15:clr>
        </p15:guide>
        <p15:guide id="2" pos="393" userDrawn="1">
          <p15:clr>
            <a:srgbClr val="FBAE40"/>
          </p15:clr>
        </p15:guide>
        <p15:guide id="3" pos="7287" userDrawn="1">
          <p15:clr>
            <a:srgbClr val="FBAE40"/>
          </p15:clr>
        </p15:guide>
        <p15:guide id="4" orient="horz" pos="232" userDrawn="1">
          <p15:clr>
            <a:srgbClr val="FBAE40"/>
          </p15:clr>
        </p15:guide>
        <p15:guide id="5" orient="horz" pos="572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F0E86-E33C-1C9A-B1D6-25E39CA4FF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22960" y="2091739"/>
            <a:ext cx="4884999" cy="623248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>
              <a:defRPr sz="45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Thank You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8574EB1B-5E89-24D3-37E1-BE7FA96AAAE0}"/>
              </a:ext>
            </a:extLst>
          </p:cNvPr>
          <p:cNvPicPr>
            <a:picLocks noChangeAspect="1"/>
          </p:cNvPicPr>
          <p:nvPr userDrawn="1"/>
        </p:nvPicPr>
        <p:blipFill>
          <a:blip>
            <a:lum bright="10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2960" y="5470881"/>
            <a:ext cx="1414402" cy="189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25873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29" userDrawn="1">
          <p15:clr>
            <a:srgbClr val="FBAE40"/>
          </p15:clr>
        </p15:guide>
        <p15:guide id="2" pos="393" userDrawn="1">
          <p15:clr>
            <a:srgbClr val="FBAE40"/>
          </p15:clr>
        </p15:guide>
        <p15:guide id="3" orient="horz" pos="232" userDrawn="1">
          <p15:clr>
            <a:srgbClr val="FBAE40"/>
          </p15:clr>
        </p15:guide>
        <p15:guide id="4" pos="7287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EF71674-9144-08B7-A17A-3B084A2CE560}"/>
              </a:ext>
            </a:extLst>
          </p:cNvPr>
          <p:cNvSpPr txBox="1">
            <a:spLocks/>
          </p:cNvSpPr>
          <p:nvPr userDrawn="1"/>
        </p:nvSpPr>
        <p:spPr>
          <a:xfrm>
            <a:off x="11568055" y="6453188"/>
            <a:ext cx="270570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R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46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91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837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783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729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674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620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566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r"/>
            <a:fld id="{39601925-951F-4EA8-91E5-A517312BFAAA}" type="slidenum">
              <a:rPr lang="en-US" sz="900" smtClean="0">
                <a:solidFill>
                  <a:schemeClr val="bg1"/>
                </a:solidFill>
                <a:latin typeface="+mn-lt"/>
              </a:rPr>
              <a:pPr lvl="0" algn="r"/>
              <a:t>‹#›</a:t>
            </a:fld>
            <a:endParaRPr lang="en-US" sz="900">
              <a:solidFill>
                <a:schemeClr val="bg1"/>
              </a:solidFill>
              <a:latin typeface="+mn-lt"/>
            </a:endParaRPr>
          </a:p>
        </p:txBody>
      </p:sp>
      <p:sp>
        <p:nvSpPr>
          <p:cNvPr id="3" name="Text Placeholder 18">
            <a:extLst>
              <a:ext uri="{FF2B5EF4-FFF2-40B4-BE49-F238E27FC236}">
                <a16:creationId xmlns:a16="http://schemas.microsoft.com/office/drawing/2014/main" id="{1A92E810-A64D-864A-E713-F5B7065D4E1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 flipH="1">
            <a:off x="623888" y="457200"/>
            <a:ext cx="8172450" cy="244101"/>
          </a:xfrm>
          <a:prstGeom prst="rect">
            <a:avLst/>
          </a:prstGeom>
        </p:spPr>
        <p:txBody>
          <a:bodyPr wrap="square" lIns="0" tIns="36000" rIns="0" bIns="0" anchor="t" anchorCtr="0">
            <a:spAutoFit/>
          </a:bodyPr>
          <a:lstStyle>
            <a:lvl1pPr marL="0" indent="0">
              <a:buNone/>
              <a:defRPr lang="en-US" sz="1500" b="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Deck Title/Main Idea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BA3895CC-568A-639E-289C-349CD49C4390}"/>
              </a:ext>
            </a:extLst>
          </p:cNvPr>
          <p:cNvPicPr>
            <a:picLocks noChangeAspect="1"/>
          </p:cNvPicPr>
          <p:nvPr userDrawn="1"/>
        </p:nvPicPr>
        <p:blipFill>
          <a:blip>
            <a:lum bright="10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17328" y="345760"/>
            <a:ext cx="914400" cy="12273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68409DB-CB7B-4169-181C-8AC7B3B37EC7}"/>
              </a:ext>
            </a:extLst>
          </p:cNvPr>
          <p:cNvSpPr txBox="1"/>
          <p:nvPr userDrawn="1"/>
        </p:nvSpPr>
        <p:spPr>
          <a:xfrm>
            <a:off x="623888" y="6453188"/>
            <a:ext cx="2781211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700" kern="0" spc="50" baseline="0" dirty="0">
                <a:solidFill>
                  <a:srgbClr val="CBD0E5"/>
                </a:solidFill>
                <a:latin typeface="+mn-lt"/>
                <a:ea typeface="+mn-ea"/>
                <a:cs typeface="Heebo" pitchFamily="2" charset="-79"/>
              </a:rPr>
              <a:t>© Hexaware Technologies. Confidential briefing. </a:t>
            </a:r>
            <a:endParaRPr lang="en-US" sz="700" kern="0" spc="50" baseline="0" dirty="0">
              <a:solidFill>
                <a:srgbClr val="CBD0E5"/>
              </a:solidFill>
              <a:latin typeface="+mn-lt"/>
              <a:ea typeface="+mn-ea"/>
              <a:cs typeface="Heebo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0503990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20" userDrawn="1">
          <p15:clr>
            <a:srgbClr val="FBAE40"/>
          </p15:clr>
        </p15:guide>
        <p15:guide id="2" pos="393" userDrawn="1">
          <p15:clr>
            <a:srgbClr val="FBAE40"/>
          </p15:clr>
        </p15:guide>
        <p15:guide id="3" pos="7287" userDrawn="1">
          <p15:clr>
            <a:srgbClr val="FBAE40"/>
          </p15:clr>
        </p15:guide>
        <p15:guide id="4" orient="horz" pos="232" userDrawn="1">
          <p15:clr>
            <a:srgbClr val="FBAE40"/>
          </p15:clr>
        </p15:guide>
        <p15:guide id="5" orient="horz" pos="572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 Layout with Sub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8A799FA-C73D-ED39-C551-268E9A6FE3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908050"/>
            <a:ext cx="5307012" cy="3046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>
              <a:defRPr lang="en-US" sz="2200" dirty="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Click to edit Master title style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9A554E1C-C3D3-0AA0-1FE5-E52D3268E9F6}"/>
              </a:ext>
            </a:extLst>
          </p:cNvPr>
          <p:cNvSpPr txBox="1">
            <a:spLocks/>
          </p:cNvSpPr>
          <p:nvPr userDrawn="1"/>
        </p:nvSpPr>
        <p:spPr>
          <a:xfrm>
            <a:off x="11567160" y="6453188"/>
            <a:ext cx="270570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R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46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91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837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783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729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674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620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566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r"/>
            <a:fld id="{39601925-951F-4EA8-91E5-A517312BFAAA}" type="slidenum">
              <a:rPr lang="en-US" sz="900" smtClean="0">
                <a:solidFill>
                  <a:schemeClr val="bg1"/>
                </a:solidFill>
                <a:latin typeface="+mn-lt"/>
              </a:rPr>
              <a:pPr lvl="0" algn="r"/>
              <a:t>‹#›</a:t>
            </a:fld>
            <a:endParaRPr lang="en-US" sz="90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" name="Text Placeholder 18">
            <a:extLst>
              <a:ext uri="{FF2B5EF4-FFF2-40B4-BE49-F238E27FC236}">
                <a16:creationId xmlns:a16="http://schemas.microsoft.com/office/drawing/2014/main" id="{07CFC0FC-EE3C-B83B-D888-70A4672B3CA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 flipH="1">
            <a:off x="623888" y="457200"/>
            <a:ext cx="8172450" cy="244101"/>
          </a:xfrm>
          <a:prstGeom prst="rect">
            <a:avLst/>
          </a:prstGeom>
        </p:spPr>
        <p:txBody>
          <a:bodyPr wrap="square" lIns="0" tIns="36000" rIns="0" bIns="0" anchor="t" anchorCtr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US" sz="1500" b="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85750" lvl="0" indent="-285750" algn="l" defTabSz="914400" rtl="0" eaLnBrk="1" latinLnBrk="0" hangingPunct="1">
              <a:lnSpc>
                <a:spcPct val="90000"/>
              </a:lnSpc>
              <a:spcBef>
                <a:spcPts val="1000"/>
              </a:spcBef>
            </a:pPr>
            <a:r>
              <a:rPr lang="en-US"/>
              <a:t>Deck Title/Main Idea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ADC9056D-0F0D-85E8-271E-778B65526133}"/>
              </a:ext>
            </a:extLst>
          </p:cNvPr>
          <p:cNvPicPr>
            <a:picLocks noChangeAspect="1"/>
          </p:cNvPicPr>
          <p:nvPr userDrawn="1"/>
        </p:nvPicPr>
        <p:blipFill>
          <a:blip>
            <a:lum bright="10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17328" y="345760"/>
            <a:ext cx="914400" cy="12273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059E093-06FF-D167-A76E-CF4FFD813A7C}"/>
              </a:ext>
            </a:extLst>
          </p:cNvPr>
          <p:cNvSpPr txBox="1"/>
          <p:nvPr userDrawn="1"/>
        </p:nvSpPr>
        <p:spPr>
          <a:xfrm>
            <a:off x="623888" y="6453188"/>
            <a:ext cx="2781211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700" kern="0" spc="50" baseline="0" dirty="0">
                <a:solidFill>
                  <a:srgbClr val="CBD0E5"/>
                </a:solidFill>
                <a:latin typeface="+mn-lt"/>
                <a:ea typeface="+mn-ea"/>
                <a:cs typeface="Heebo" pitchFamily="2" charset="-79"/>
              </a:rPr>
              <a:t>© Hexaware Technologies. Confidential briefing. </a:t>
            </a:r>
            <a:endParaRPr lang="en-US" sz="700" kern="0" spc="50" baseline="0" dirty="0">
              <a:solidFill>
                <a:srgbClr val="CBD0E5"/>
              </a:solidFill>
              <a:latin typeface="+mn-lt"/>
              <a:ea typeface="+mn-ea"/>
              <a:cs typeface="Heebo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6759092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20" userDrawn="1">
          <p15:clr>
            <a:srgbClr val="FBAE40"/>
          </p15:clr>
        </p15:guide>
        <p15:guide id="2" pos="393" userDrawn="1">
          <p15:clr>
            <a:srgbClr val="FBAE40"/>
          </p15:clr>
        </p15:guide>
        <p15:guide id="3" pos="7287" userDrawn="1">
          <p15:clr>
            <a:srgbClr val="FBAE40"/>
          </p15:clr>
        </p15:guide>
        <p15:guide id="4" orient="horz" pos="232" userDrawn="1">
          <p15:clr>
            <a:srgbClr val="FBAE40"/>
          </p15:clr>
        </p15:guide>
        <p15:guide id="5" orient="horz" pos="572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 Layout with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8A799FA-C73D-ED39-C551-268E9A6FE3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908050"/>
            <a:ext cx="5307012" cy="3046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>
              <a:defRPr lang="en-US" sz="2200" dirty="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Click to edit Master title style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9A554E1C-C3D3-0AA0-1FE5-E52D3268E9F6}"/>
              </a:ext>
            </a:extLst>
          </p:cNvPr>
          <p:cNvSpPr txBox="1">
            <a:spLocks/>
          </p:cNvSpPr>
          <p:nvPr userDrawn="1"/>
        </p:nvSpPr>
        <p:spPr>
          <a:xfrm>
            <a:off x="11567160" y="6453188"/>
            <a:ext cx="270570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R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46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91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837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783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729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674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620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566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r"/>
            <a:fld id="{39601925-951F-4EA8-91E5-A517312BFAAA}" type="slidenum">
              <a:rPr lang="en-US" sz="900" smtClean="0">
                <a:solidFill>
                  <a:schemeClr val="bg1"/>
                </a:solidFill>
                <a:latin typeface="+mn-lt"/>
              </a:rPr>
              <a:pPr lvl="0" algn="r"/>
              <a:t>‹#›</a:t>
            </a:fld>
            <a:endParaRPr lang="en-US" sz="90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" name="Text Placeholder 18">
            <a:extLst>
              <a:ext uri="{FF2B5EF4-FFF2-40B4-BE49-F238E27FC236}">
                <a16:creationId xmlns:a16="http://schemas.microsoft.com/office/drawing/2014/main" id="{07CFC0FC-EE3C-B83B-D888-70A4672B3CA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 flipH="1">
            <a:off x="623888" y="457200"/>
            <a:ext cx="5307012" cy="244101"/>
          </a:xfrm>
          <a:prstGeom prst="rect">
            <a:avLst/>
          </a:prstGeom>
        </p:spPr>
        <p:txBody>
          <a:bodyPr wrap="square" lIns="0" tIns="36000" rIns="0" bIns="0" anchor="t" anchorCtr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US" sz="1500" b="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85750" lvl="0" indent="-285750" algn="l" defTabSz="914400" rtl="0" eaLnBrk="1" latinLnBrk="0" hangingPunct="1">
              <a:lnSpc>
                <a:spcPct val="90000"/>
              </a:lnSpc>
              <a:spcBef>
                <a:spcPts val="1000"/>
              </a:spcBef>
            </a:pPr>
            <a:r>
              <a:rPr lang="en-US" dirty="0"/>
              <a:t>Deck Title/Main Idea</a:t>
            </a:r>
          </a:p>
        </p:txBody>
      </p:sp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E0C4611E-F017-7C1D-2FF4-E1E27846092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275388" y="0"/>
            <a:ext cx="5916612" cy="6858000"/>
          </a:xfrm>
          <a:prstGeom prst="rect">
            <a:avLst/>
          </a:prstGeom>
        </p:spPr>
        <p:txBody>
          <a:bodyPr lIns="0" tIns="0" rIns="0" bIns="0" anchor="ctr" anchorCtr="1"/>
          <a:lstStyle>
            <a:lvl1pPr marL="0" indent="0">
              <a:lnSpc>
                <a:spcPct val="100000"/>
              </a:lnSpc>
              <a:buNone/>
              <a:defRPr lang="en-US" dirty="0">
                <a:solidFill>
                  <a:schemeClr val="bg2"/>
                </a:solidFill>
              </a:defRPr>
            </a:lvl1pPr>
          </a:lstStyle>
          <a:p>
            <a:pPr marL="228600" lvl="0" indent="-228600" algn="ctr"/>
            <a:r>
              <a:rPr lang="en-US" dirty="0"/>
              <a:t>Replace image </a:t>
            </a:r>
            <a:br>
              <a:rPr lang="en-US" dirty="0"/>
            </a:br>
            <a:r>
              <a:rPr lang="en-US" dirty="0"/>
              <a:t>of your choice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D0A526-A5A2-A405-EAF5-731C3A9CCC62}"/>
              </a:ext>
            </a:extLst>
          </p:cNvPr>
          <p:cNvSpPr txBox="1"/>
          <p:nvPr userDrawn="1"/>
        </p:nvSpPr>
        <p:spPr>
          <a:xfrm>
            <a:off x="623888" y="6453188"/>
            <a:ext cx="2781211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700" kern="0" spc="50" baseline="0" dirty="0">
                <a:solidFill>
                  <a:srgbClr val="CBD0E5"/>
                </a:solidFill>
                <a:latin typeface="+mn-lt"/>
                <a:ea typeface="+mn-ea"/>
                <a:cs typeface="Heebo" pitchFamily="2" charset="-79"/>
              </a:rPr>
              <a:t>© Hexaware Technologies. Confidential briefing. </a:t>
            </a:r>
            <a:endParaRPr lang="en-US" sz="700" kern="0" spc="50" baseline="0" dirty="0">
              <a:solidFill>
                <a:srgbClr val="CBD0E5"/>
              </a:solidFill>
              <a:latin typeface="+mn-lt"/>
              <a:ea typeface="+mn-ea"/>
              <a:cs typeface="Heebo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8172255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20" userDrawn="1">
          <p15:clr>
            <a:srgbClr val="FBAE40"/>
          </p15:clr>
        </p15:guide>
        <p15:guide id="2" pos="393" userDrawn="1">
          <p15:clr>
            <a:srgbClr val="FBAE40"/>
          </p15:clr>
        </p15:guide>
        <p15:guide id="3" pos="7287" userDrawn="1">
          <p15:clr>
            <a:srgbClr val="FBAE40"/>
          </p15:clr>
        </p15:guide>
        <p15:guide id="4" orient="horz" pos="232" userDrawn="1">
          <p15:clr>
            <a:srgbClr val="FBAE40"/>
          </p15:clr>
        </p15:guide>
        <p15:guide id="5" orient="horz" pos="572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 Layout with Imag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E0C4611E-F017-7C1D-2FF4-E1E27846092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5916612" cy="6858000"/>
          </a:xfrm>
          <a:prstGeom prst="rect">
            <a:avLst/>
          </a:prstGeom>
        </p:spPr>
        <p:txBody>
          <a:bodyPr lIns="0" tIns="0" rIns="0" bIns="0" anchor="ctr" anchorCtr="1"/>
          <a:lstStyle>
            <a:lvl1pPr marL="0" indent="0">
              <a:lnSpc>
                <a:spcPct val="100000"/>
              </a:lnSpc>
              <a:buNone/>
              <a:defRPr lang="en-US" dirty="0">
                <a:solidFill>
                  <a:schemeClr val="bg2"/>
                </a:solidFill>
              </a:defRPr>
            </a:lvl1pPr>
          </a:lstStyle>
          <a:p>
            <a:pPr marL="228600" lvl="0" indent="-228600" algn="ctr"/>
            <a:r>
              <a:rPr lang="en-US" dirty="0"/>
              <a:t>Replace image </a:t>
            </a:r>
            <a:br>
              <a:rPr lang="en-US" dirty="0"/>
            </a:br>
            <a:r>
              <a:rPr lang="en-US" dirty="0"/>
              <a:t>of your choice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8A799FA-C73D-ED39-C551-268E9A6FE3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5300" y="908050"/>
            <a:ext cx="5307012" cy="3046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>
              <a:defRPr lang="en-US" sz="2200" dirty="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Click to edit Master title style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9A554E1C-C3D3-0AA0-1FE5-E52D3268E9F6}"/>
              </a:ext>
            </a:extLst>
          </p:cNvPr>
          <p:cNvSpPr txBox="1">
            <a:spLocks/>
          </p:cNvSpPr>
          <p:nvPr userDrawn="1"/>
        </p:nvSpPr>
        <p:spPr>
          <a:xfrm>
            <a:off x="11567160" y="6453188"/>
            <a:ext cx="270570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R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46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91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837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783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729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674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620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566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r"/>
            <a:fld id="{39601925-951F-4EA8-91E5-A517312BFAAA}" type="slidenum">
              <a:rPr lang="en-US" sz="900" smtClean="0">
                <a:solidFill>
                  <a:schemeClr val="bg1"/>
                </a:solidFill>
                <a:latin typeface="+mn-lt"/>
              </a:rPr>
              <a:pPr lvl="0" algn="r"/>
              <a:t>‹#›</a:t>
            </a:fld>
            <a:endParaRPr lang="en-US" sz="90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" name="Text Placeholder 18">
            <a:extLst>
              <a:ext uri="{FF2B5EF4-FFF2-40B4-BE49-F238E27FC236}">
                <a16:creationId xmlns:a16="http://schemas.microsoft.com/office/drawing/2014/main" id="{07CFC0FC-EE3C-B83B-D888-70A4672B3CA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 flipH="1">
            <a:off x="6275300" y="457200"/>
            <a:ext cx="5307012" cy="244101"/>
          </a:xfrm>
          <a:prstGeom prst="rect">
            <a:avLst/>
          </a:prstGeom>
        </p:spPr>
        <p:txBody>
          <a:bodyPr wrap="square" lIns="0" tIns="36000" rIns="0" bIns="0" anchor="t" anchorCtr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US" sz="1500" b="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85750" lvl="0" indent="-285750" algn="l" defTabSz="914400" rtl="0" eaLnBrk="1" latinLnBrk="0" hangingPunct="1">
              <a:lnSpc>
                <a:spcPct val="90000"/>
              </a:lnSpc>
              <a:spcBef>
                <a:spcPts val="1000"/>
              </a:spcBef>
            </a:pPr>
            <a:r>
              <a:rPr lang="en-US" dirty="0"/>
              <a:t>Deck Title/Main Idea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24F5721-09A8-C795-2E2B-2C53C15943A8}"/>
              </a:ext>
            </a:extLst>
          </p:cNvPr>
          <p:cNvSpPr txBox="1"/>
          <p:nvPr userDrawn="1"/>
        </p:nvSpPr>
        <p:spPr>
          <a:xfrm>
            <a:off x="623888" y="6453188"/>
            <a:ext cx="2781211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700" kern="0" spc="50" baseline="0" dirty="0">
                <a:solidFill>
                  <a:srgbClr val="CBD0E5"/>
                </a:solidFill>
                <a:latin typeface="+mn-lt"/>
                <a:ea typeface="+mn-ea"/>
                <a:cs typeface="Heebo" pitchFamily="2" charset="-79"/>
              </a:rPr>
              <a:t>© Hexaware Technologies. Confidential briefing. </a:t>
            </a:r>
            <a:endParaRPr lang="en-US" sz="700" kern="0" spc="50" baseline="0" dirty="0">
              <a:solidFill>
                <a:srgbClr val="CBD0E5"/>
              </a:solidFill>
              <a:latin typeface="+mn-lt"/>
              <a:ea typeface="+mn-ea"/>
              <a:cs typeface="Heebo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4865461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20" userDrawn="1">
          <p15:clr>
            <a:srgbClr val="FBAE40"/>
          </p15:clr>
        </p15:guide>
        <p15:guide id="2" pos="393" userDrawn="1">
          <p15:clr>
            <a:srgbClr val="FBAE40"/>
          </p15:clr>
        </p15:guide>
        <p15:guide id="3" pos="7287" userDrawn="1">
          <p15:clr>
            <a:srgbClr val="FBAE40"/>
          </p15:clr>
        </p15:guide>
        <p15:guide id="4" orient="horz" pos="232" userDrawn="1">
          <p15:clr>
            <a:srgbClr val="FBAE40"/>
          </p15:clr>
        </p15:guide>
        <p15:guide id="5" orient="horz" pos="572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645274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678" r:id="rId2"/>
    <p:sldLayoutId id="2147483679" r:id="rId3"/>
    <p:sldLayoutId id="2147483704" r:id="rId4"/>
    <p:sldLayoutId id="2147483705" r:id="rId5"/>
    <p:sldLayoutId id="2147483674" r:id="rId6"/>
    <p:sldLayoutId id="2147483703" r:id="rId7"/>
    <p:sldLayoutId id="2147483657" r:id="rId8"/>
    <p:sldLayoutId id="2147483706" r:id="rId9"/>
    <p:sldLayoutId id="2147483658" r:id="rId10"/>
    <p:sldLayoutId id="2147483707" r:id="rId11"/>
    <p:sldLayoutId id="2147483656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04589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exaware Named Winner of 2022 ISG Star of Excellence™ Award for the Global Region and Universal Industry Categories…">
            <a:extLst>
              <a:ext uri="{FF2B5EF4-FFF2-40B4-BE49-F238E27FC236}">
                <a16:creationId xmlns:a16="http://schemas.microsoft.com/office/drawing/2014/main" id="{39E890BB-F5CF-3210-50FD-C204A482004D}"/>
              </a:ext>
            </a:extLst>
          </p:cNvPr>
          <p:cNvSpPr txBox="1"/>
          <p:nvPr/>
        </p:nvSpPr>
        <p:spPr>
          <a:xfrm>
            <a:off x="652463" y="1430399"/>
            <a:ext cx="5307012" cy="206788"/>
          </a:xfrm>
          <a:prstGeom prst="rect">
            <a:avLst/>
          </a:prstGeom>
          <a:noFill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>
              <a:defRPr/>
            </a:lvl1pPr>
          </a:lstStyle>
          <a:p>
            <a:pPr>
              <a:lnSpc>
                <a:spcPct val="120000"/>
              </a:lnSpc>
              <a:spcAft>
                <a:spcPts val="1800"/>
              </a:spcAft>
            </a:pPr>
            <a:r>
              <a:rPr lang="en-US" sz="1200" dirty="0"/>
              <a:t>Use case short description</a:t>
            </a:r>
            <a:endParaRPr lang="en-US" sz="1200" spc="10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FC21A390-7AAC-F53E-391D-39B6481B9189}"/>
              </a:ext>
            </a:extLst>
          </p:cNvPr>
          <p:cNvGrpSpPr/>
          <p:nvPr/>
        </p:nvGrpSpPr>
        <p:grpSpPr>
          <a:xfrm>
            <a:off x="623888" y="2066544"/>
            <a:ext cx="2025876" cy="3762419"/>
            <a:chOff x="623888" y="3352800"/>
            <a:chExt cx="2025876" cy="2743200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2771A23-7982-CC19-38BA-5AD34FC3DBFE}"/>
                </a:ext>
              </a:extLst>
            </p:cNvPr>
            <p:cNvSpPr/>
            <p:nvPr/>
          </p:nvSpPr>
          <p:spPr>
            <a:xfrm>
              <a:off x="623888" y="3352800"/>
              <a:ext cx="2025876" cy="27432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Hexaware Named Winner of 2022 ISG Star of Excellence™ Award for the Global Region and Universal Industry Categories…">
              <a:extLst>
                <a:ext uri="{FF2B5EF4-FFF2-40B4-BE49-F238E27FC236}">
                  <a16:creationId xmlns:a16="http://schemas.microsoft.com/office/drawing/2014/main" id="{DA01E25D-055D-551B-579F-45955326371F}"/>
                </a:ext>
              </a:extLst>
            </p:cNvPr>
            <p:cNvSpPr txBox="1"/>
            <p:nvPr/>
          </p:nvSpPr>
          <p:spPr>
            <a:xfrm>
              <a:off x="812572" y="3556000"/>
              <a:ext cx="1547415" cy="553998"/>
            </a:xfrm>
            <a:prstGeom prst="rect">
              <a:avLst/>
            </a:prstGeom>
            <a:noFill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>
                <a:defRPr/>
              </a:lvl1pPr>
            </a:lstStyle>
            <a:p>
              <a:r>
                <a:rPr lang="en-US" dirty="0">
                  <a:solidFill>
                    <a:schemeClr val="bg1"/>
                  </a:solidFill>
                </a:rPr>
                <a:t>Proposed AI Solution</a:t>
              </a:r>
              <a:endParaRPr lang="en-US" sz="1400" dirty="0"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11" name="Hexaware Named Winner of 2022 ISG Star of Excellence™ Award for the Global Region and Universal Industry Categories…">
              <a:extLst>
                <a:ext uri="{FF2B5EF4-FFF2-40B4-BE49-F238E27FC236}">
                  <a16:creationId xmlns:a16="http://schemas.microsoft.com/office/drawing/2014/main" id="{92590EC4-056F-A115-66AC-A73551BF7FC8}"/>
                </a:ext>
              </a:extLst>
            </p:cNvPr>
            <p:cNvSpPr txBox="1"/>
            <p:nvPr/>
          </p:nvSpPr>
          <p:spPr>
            <a:xfrm>
              <a:off x="812572" y="4416551"/>
              <a:ext cx="1721077" cy="160750"/>
            </a:xfrm>
            <a:prstGeom prst="rect">
              <a:avLst/>
            </a:prstGeom>
            <a:noFill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>
                <a:defRPr/>
              </a:lvl1pPr>
            </a:lstStyle>
            <a:p>
              <a:pPr>
                <a:lnSpc>
                  <a:spcPct val="110000"/>
                </a:lnSpc>
                <a:spcAft>
                  <a:spcPts val="1800"/>
                </a:spcAft>
              </a:pPr>
              <a:r>
                <a:rPr lang="en-US" sz="1000" spc="10" dirty="0">
                  <a:solidFill>
                    <a:schemeClr val="bg2"/>
                  </a:solidFill>
                </a:rPr>
                <a:t>Description/ Explanation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AAC63AFF-435D-C0C8-2C63-A7C8063E2D9C}"/>
              </a:ext>
            </a:extLst>
          </p:cNvPr>
          <p:cNvGrpSpPr/>
          <p:nvPr/>
        </p:nvGrpSpPr>
        <p:grpSpPr>
          <a:xfrm>
            <a:off x="2853475" y="2066544"/>
            <a:ext cx="2025876" cy="3762419"/>
            <a:chOff x="2982516" y="3352800"/>
            <a:chExt cx="2025876" cy="27432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A9E6858E-5171-6066-5976-74824EC6B7C4}"/>
                </a:ext>
              </a:extLst>
            </p:cNvPr>
            <p:cNvSpPr/>
            <p:nvPr/>
          </p:nvSpPr>
          <p:spPr>
            <a:xfrm>
              <a:off x="2982516" y="3352800"/>
              <a:ext cx="2025876" cy="27432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Hexaware Named Winner of 2022 ISG Star of Excellence™ Award for the Global Region and Universal Industry Categories…">
              <a:extLst>
                <a:ext uri="{FF2B5EF4-FFF2-40B4-BE49-F238E27FC236}">
                  <a16:creationId xmlns:a16="http://schemas.microsoft.com/office/drawing/2014/main" id="{D698493C-F7F6-6206-792F-C141BD710738}"/>
                </a:ext>
              </a:extLst>
            </p:cNvPr>
            <p:cNvSpPr txBox="1"/>
            <p:nvPr/>
          </p:nvSpPr>
          <p:spPr>
            <a:xfrm>
              <a:off x="3088905" y="3556000"/>
              <a:ext cx="1837190" cy="784830"/>
            </a:xfrm>
            <a:prstGeom prst="rect">
              <a:avLst/>
            </a:prstGeom>
            <a:noFill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>
                <a:defRPr/>
              </a:lvl1pPr>
            </a:lstStyle>
            <a:p>
              <a:pPr>
                <a:spcAft>
                  <a:spcPts val="1800"/>
                </a:spcAft>
              </a:pPr>
              <a:r>
                <a:rPr lang="en-US" sz="1200" dirty="0">
                  <a:solidFill>
                    <a:schemeClr val="bg1"/>
                  </a:solidFill>
                </a:rPr>
                <a:t>Implementation Phase (Idea, Pilot, or Deployed)</a:t>
              </a:r>
            </a:p>
            <a:p>
              <a:pPr>
                <a:spcAft>
                  <a:spcPts val="1800"/>
                </a:spcAft>
              </a:pPr>
              <a:endParaRPr lang="en-US" sz="1200" spc="10" dirty="0">
                <a:solidFill>
                  <a:schemeClr val="bg1"/>
                </a:solidFill>
              </a:endParaRPr>
            </a:p>
          </p:txBody>
        </p:sp>
        <p:sp>
          <p:nvSpPr>
            <p:cNvPr id="17" name="Hexaware Named Winner of 2022 ISG Star of Excellence™ Award for the Global Region and Universal Industry Categories…">
              <a:extLst>
                <a:ext uri="{FF2B5EF4-FFF2-40B4-BE49-F238E27FC236}">
                  <a16:creationId xmlns:a16="http://schemas.microsoft.com/office/drawing/2014/main" id="{ECE0B66E-4155-AC8D-49E6-D6D457BA56DE}"/>
                </a:ext>
              </a:extLst>
            </p:cNvPr>
            <p:cNvSpPr txBox="1"/>
            <p:nvPr/>
          </p:nvSpPr>
          <p:spPr>
            <a:xfrm>
              <a:off x="3088905" y="4416551"/>
              <a:ext cx="1721077" cy="160750"/>
            </a:xfrm>
            <a:prstGeom prst="rect">
              <a:avLst/>
            </a:prstGeom>
            <a:noFill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>
                <a:defRPr/>
              </a:lvl1pPr>
            </a:lstStyle>
            <a:p>
              <a:pPr>
                <a:lnSpc>
                  <a:spcPct val="110000"/>
                </a:lnSpc>
                <a:spcAft>
                  <a:spcPts val="1800"/>
                </a:spcAft>
              </a:pPr>
              <a:r>
                <a:rPr lang="en-US" sz="1000" spc="10" dirty="0">
                  <a:solidFill>
                    <a:schemeClr val="bg2"/>
                  </a:solidFill>
                  <a:latin typeface="+mj-lt"/>
                </a:rPr>
                <a:t>Description/Explanation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B4FD0BF7-7DB6-9F52-59CA-7021155E24D8}"/>
              </a:ext>
            </a:extLst>
          </p:cNvPr>
          <p:cNvGrpSpPr/>
          <p:nvPr/>
        </p:nvGrpSpPr>
        <p:grpSpPr>
          <a:xfrm>
            <a:off x="5083062" y="2066544"/>
            <a:ext cx="2025876" cy="3762419"/>
            <a:chOff x="5233194" y="3352800"/>
            <a:chExt cx="2025876" cy="2743200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3CE30D06-775D-65CE-024A-0BDF1031A52E}"/>
                </a:ext>
              </a:extLst>
            </p:cNvPr>
            <p:cNvSpPr/>
            <p:nvPr/>
          </p:nvSpPr>
          <p:spPr>
            <a:xfrm>
              <a:off x="5233194" y="3352800"/>
              <a:ext cx="2025876" cy="2743200"/>
            </a:xfrm>
            <a:prstGeom prst="rect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Hexaware Named Winner of 2022 ISG Star of Excellence™ Award for the Global Region and Universal Industry Categories…">
              <a:extLst>
                <a:ext uri="{FF2B5EF4-FFF2-40B4-BE49-F238E27FC236}">
                  <a16:creationId xmlns:a16="http://schemas.microsoft.com/office/drawing/2014/main" id="{CCB4E79B-81A5-469F-1A8C-1AEA15ACE6FB}"/>
                </a:ext>
              </a:extLst>
            </p:cNvPr>
            <p:cNvSpPr txBox="1"/>
            <p:nvPr/>
          </p:nvSpPr>
          <p:spPr>
            <a:xfrm>
              <a:off x="5421879" y="3556000"/>
              <a:ext cx="1721076" cy="553998"/>
            </a:xfrm>
            <a:prstGeom prst="rect">
              <a:avLst/>
            </a:prstGeom>
            <a:noFill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>
                <a:defRPr/>
              </a:lvl1pPr>
            </a:lstStyle>
            <a:p>
              <a:r>
                <a:rPr lang="en-US" dirty="0"/>
                <a:t>ROI/Revenue Potential</a:t>
              </a:r>
              <a:endParaRPr lang="en-US" sz="1400" dirty="0">
                <a:effectLst/>
              </a:endParaRPr>
            </a:p>
          </p:txBody>
        </p:sp>
        <p:sp>
          <p:nvSpPr>
            <p:cNvPr id="22" name="Hexaware Named Winner of 2022 ISG Star of Excellence™ Award for the Global Region and Universal Industry Categories…">
              <a:extLst>
                <a:ext uri="{FF2B5EF4-FFF2-40B4-BE49-F238E27FC236}">
                  <a16:creationId xmlns:a16="http://schemas.microsoft.com/office/drawing/2014/main" id="{16D7F58F-2614-0333-5E14-5986A2FB1D54}"/>
                </a:ext>
              </a:extLst>
            </p:cNvPr>
            <p:cNvSpPr txBox="1"/>
            <p:nvPr/>
          </p:nvSpPr>
          <p:spPr>
            <a:xfrm>
              <a:off x="5421878" y="4416551"/>
              <a:ext cx="1721077" cy="160750"/>
            </a:xfrm>
            <a:prstGeom prst="rect">
              <a:avLst/>
            </a:prstGeom>
            <a:noFill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>
                <a:defRPr/>
              </a:lvl1pPr>
            </a:lstStyle>
            <a:p>
              <a:pPr>
                <a:lnSpc>
                  <a:spcPct val="110000"/>
                </a:lnSpc>
                <a:spcAft>
                  <a:spcPts val="1800"/>
                </a:spcAft>
              </a:pPr>
              <a:r>
                <a:rPr lang="en-US" sz="1000" spc="10" dirty="0">
                  <a:solidFill>
                    <a:schemeClr val="tx2"/>
                  </a:solidFill>
                  <a:latin typeface="+mj-lt"/>
                </a:rPr>
                <a:t>Description/Explanation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89CDD7B5-08F1-2239-6397-D07BDCD5BB0A}"/>
              </a:ext>
            </a:extLst>
          </p:cNvPr>
          <p:cNvGrpSpPr/>
          <p:nvPr/>
        </p:nvGrpSpPr>
        <p:grpSpPr>
          <a:xfrm>
            <a:off x="7312649" y="2066544"/>
            <a:ext cx="2214559" cy="3762419"/>
            <a:chOff x="7483872" y="3352800"/>
            <a:chExt cx="2214559" cy="2743200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18022264-5F3E-D2FC-DEAB-7A75DB50012D}"/>
                </a:ext>
              </a:extLst>
            </p:cNvPr>
            <p:cNvSpPr/>
            <p:nvPr/>
          </p:nvSpPr>
          <p:spPr>
            <a:xfrm>
              <a:off x="7483872" y="3352800"/>
              <a:ext cx="2025876" cy="27432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Hexaware Named Winner of 2022 ISG Star of Excellence™ Award for the Global Region and Universal Industry Categories…">
              <a:extLst>
                <a:ext uri="{FF2B5EF4-FFF2-40B4-BE49-F238E27FC236}">
                  <a16:creationId xmlns:a16="http://schemas.microsoft.com/office/drawing/2014/main" id="{250DBF89-99D7-85FA-D80B-050807452A24}"/>
                </a:ext>
              </a:extLst>
            </p:cNvPr>
            <p:cNvSpPr txBox="1"/>
            <p:nvPr/>
          </p:nvSpPr>
          <p:spPr>
            <a:xfrm>
              <a:off x="7672556" y="3556000"/>
              <a:ext cx="2025875" cy="553998"/>
            </a:xfrm>
            <a:prstGeom prst="rect">
              <a:avLst/>
            </a:prstGeom>
            <a:noFill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>
                <a:defRPr/>
              </a:lvl1pPr>
            </a:lstStyle>
            <a:p>
              <a:r>
                <a:rPr lang="en-US" dirty="0">
                  <a:solidFill>
                    <a:schemeClr val="bg1"/>
                  </a:solidFill>
                </a:rPr>
                <a:t>Client Impact &amp; Efficiency Gains</a:t>
              </a:r>
              <a:endParaRPr lang="en-US" sz="1400" dirty="0"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26" name="Hexaware Named Winner of 2022 ISG Star of Excellence™ Award for the Global Region and Universal Industry Categories…">
              <a:extLst>
                <a:ext uri="{FF2B5EF4-FFF2-40B4-BE49-F238E27FC236}">
                  <a16:creationId xmlns:a16="http://schemas.microsoft.com/office/drawing/2014/main" id="{F5BEA7D3-D742-041F-99D4-480679895E41}"/>
                </a:ext>
              </a:extLst>
            </p:cNvPr>
            <p:cNvSpPr txBox="1"/>
            <p:nvPr/>
          </p:nvSpPr>
          <p:spPr>
            <a:xfrm>
              <a:off x="7636271" y="4409551"/>
              <a:ext cx="1721077" cy="160750"/>
            </a:xfrm>
            <a:prstGeom prst="rect">
              <a:avLst/>
            </a:prstGeom>
            <a:noFill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>
                <a:defRPr/>
              </a:lvl1pPr>
            </a:lstStyle>
            <a:p>
              <a:pPr>
                <a:lnSpc>
                  <a:spcPct val="110000"/>
                </a:lnSpc>
                <a:spcAft>
                  <a:spcPts val="1800"/>
                </a:spcAft>
              </a:pPr>
              <a:r>
                <a:rPr lang="en-US" sz="1000" spc="10" dirty="0">
                  <a:solidFill>
                    <a:schemeClr val="bg1"/>
                  </a:solidFill>
                </a:rPr>
                <a:t>Description/Explanation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8C501501-8495-C4E5-2B64-4EDF65694B99}"/>
              </a:ext>
            </a:extLst>
          </p:cNvPr>
          <p:cNvGrpSpPr/>
          <p:nvPr/>
        </p:nvGrpSpPr>
        <p:grpSpPr>
          <a:xfrm>
            <a:off x="9542237" y="2066544"/>
            <a:ext cx="2025876" cy="3762419"/>
            <a:chOff x="9734550" y="3352800"/>
            <a:chExt cx="2025876" cy="2743200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C0F377CA-800F-4216-2F21-29EA1554A4EF}"/>
                </a:ext>
              </a:extLst>
            </p:cNvPr>
            <p:cNvSpPr/>
            <p:nvPr/>
          </p:nvSpPr>
          <p:spPr>
            <a:xfrm>
              <a:off x="9734550" y="3352800"/>
              <a:ext cx="2025876" cy="27432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Hexaware Named Winner of 2022 ISG Star of Excellence™ Award for the Global Region and Universal Industry Categories…">
              <a:extLst>
                <a:ext uri="{FF2B5EF4-FFF2-40B4-BE49-F238E27FC236}">
                  <a16:creationId xmlns:a16="http://schemas.microsoft.com/office/drawing/2014/main" id="{1846A557-D53D-AD35-D612-66A2EA879D07}"/>
                </a:ext>
              </a:extLst>
            </p:cNvPr>
            <p:cNvSpPr txBox="1"/>
            <p:nvPr/>
          </p:nvSpPr>
          <p:spPr>
            <a:xfrm>
              <a:off x="9923234" y="3556000"/>
              <a:ext cx="1736105" cy="553998"/>
            </a:xfrm>
            <a:prstGeom prst="rect">
              <a:avLst/>
            </a:prstGeom>
            <a:noFill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>
                <a:defRPr/>
              </a:lvl1pPr>
            </a:lstStyle>
            <a:p>
              <a:r>
                <a:rPr lang="en-US" dirty="0">
                  <a:solidFill>
                    <a:schemeClr val="bg1"/>
                  </a:solidFill>
                </a:rPr>
                <a:t>Challenges (if any)</a:t>
              </a:r>
              <a:endParaRPr lang="en-US" sz="1400" dirty="0"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30" name="Hexaware Named Winner of 2022 ISG Star of Excellence™ Award for the Global Region and Universal Industry Categories…">
              <a:extLst>
                <a:ext uri="{FF2B5EF4-FFF2-40B4-BE49-F238E27FC236}">
                  <a16:creationId xmlns:a16="http://schemas.microsoft.com/office/drawing/2014/main" id="{7A4BEECD-A8D1-082C-D6FD-C5582DF09834}"/>
                </a:ext>
              </a:extLst>
            </p:cNvPr>
            <p:cNvSpPr txBox="1"/>
            <p:nvPr/>
          </p:nvSpPr>
          <p:spPr>
            <a:xfrm>
              <a:off x="9938262" y="4265141"/>
              <a:ext cx="1721077" cy="160750"/>
            </a:xfrm>
            <a:prstGeom prst="rect">
              <a:avLst/>
            </a:prstGeom>
            <a:noFill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>
                <a:defRPr/>
              </a:lvl1pPr>
            </a:lstStyle>
            <a:p>
              <a:pPr>
                <a:lnSpc>
                  <a:spcPct val="110000"/>
                </a:lnSpc>
                <a:spcAft>
                  <a:spcPts val="1800"/>
                </a:spcAft>
              </a:pPr>
              <a:endParaRPr lang="en-US" sz="1000" spc="10" dirty="0">
                <a:solidFill>
                  <a:schemeClr val="bg2"/>
                </a:solidFill>
                <a:latin typeface="+mj-lt"/>
              </a:endParaRPr>
            </a:p>
          </p:txBody>
        </p:sp>
      </p:grpSp>
      <p:sp>
        <p:nvSpPr>
          <p:cNvPr id="31" name="Title 30">
            <a:extLst>
              <a:ext uri="{FF2B5EF4-FFF2-40B4-BE49-F238E27FC236}">
                <a16:creationId xmlns:a16="http://schemas.microsoft.com/office/drawing/2014/main" id="{D31A97AE-3EC4-932D-7AA5-CB7876F876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533146"/>
            <a:ext cx="5335587" cy="387798"/>
          </a:xfrm>
        </p:spPr>
        <p:txBody>
          <a:bodyPr>
            <a:spAutoFit/>
          </a:bodyPr>
          <a:lstStyle/>
          <a:p>
            <a:r>
              <a:rPr lang="en-US" sz="2800" dirty="0">
                <a:solidFill>
                  <a:schemeClr val="tx2"/>
                </a:solidFill>
              </a:rPr>
              <a:t>Use case Name</a:t>
            </a:r>
          </a:p>
        </p:txBody>
      </p:sp>
      <p:sp>
        <p:nvSpPr>
          <p:cNvPr id="2" name="Hexaware Named Winner of 2022 ISG Star of Excellence™ Award for the Global Region and Universal Industry Categories…">
            <a:extLst>
              <a:ext uri="{FF2B5EF4-FFF2-40B4-BE49-F238E27FC236}">
                <a16:creationId xmlns:a16="http://schemas.microsoft.com/office/drawing/2014/main" id="{17D8A12E-B8B5-F371-78B9-1C70B22ADF1B}"/>
              </a:ext>
            </a:extLst>
          </p:cNvPr>
          <p:cNvSpPr txBox="1"/>
          <p:nvPr/>
        </p:nvSpPr>
        <p:spPr>
          <a:xfrm>
            <a:off x="9694636" y="3530862"/>
            <a:ext cx="1721077" cy="160750"/>
          </a:xfrm>
          <a:prstGeom prst="rect">
            <a:avLst/>
          </a:prstGeom>
          <a:noFill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>
              <a:defRPr/>
            </a:lvl1pPr>
          </a:lstStyle>
          <a:p>
            <a:pPr>
              <a:lnSpc>
                <a:spcPct val="110000"/>
              </a:lnSpc>
              <a:spcAft>
                <a:spcPts val="1800"/>
              </a:spcAft>
            </a:pPr>
            <a:r>
              <a:rPr lang="en-US" sz="1000" spc="10" dirty="0">
                <a:solidFill>
                  <a:schemeClr val="bg1"/>
                </a:solidFill>
              </a:rPr>
              <a:t>Description/Explanation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01EC189-F5C0-B9FD-192A-A54789F7B9E1}"/>
              </a:ext>
            </a:extLst>
          </p:cNvPr>
          <p:cNvSpPr txBox="1"/>
          <p:nvPr/>
        </p:nvSpPr>
        <p:spPr>
          <a:xfrm>
            <a:off x="6992823" y="6135516"/>
            <a:ext cx="609447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tx2"/>
                </a:solidFill>
                <a:latin typeface="+mn-lt"/>
              </a:rPr>
              <a:t>Submitted By: </a:t>
            </a:r>
          </a:p>
        </p:txBody>
      </p:sp>
    </p:spTree>
    <p:extLst>
      <p:ext uri="{BB962C8B-B14F-4D97-AF65-F5344CB8AC3E}">
        <p14:creationId xmlns:p14="http://schemas.microsoft.com/office/powerpoint/2010/main" val="764726571"/>
      </p:ext>
    </p:extLst>
  </p:cSld>
  <p:clrMapOvr>
    <a:masterClrMapping/>
  </p:clrMapOvr>
</p:sld>
</file>

<file path=ppt/theme/theme1.xml><?xml version="1.0" encoding="utf-8"?>
<a:theme xmlns:a="http://schemas.openxmlformats.org/drawingml/2006/main" name="Hexaware Master">
  <a:themeElements>
    <a:clrScheme name="Custom 4">
      <a:dk1>
        <a:srgbClr val="000000"/>
      </a:dk1>
      <a:lt1>
        <a:srgbClr val="FFFFFF"/>
      </a:lt1>
      <a:dk2>
        <a:srgbClr val="07125E"/>
      </a:dk2>
      <a:lt2>
        <a:srgbClr val="FFFFFF"/>
      </a:lt2>
      <a:accent1>
        <a:srgbClr val="3C2CDA"/>
      </a:accent1>
      <a:accent2>
        <a:srgbClr val="1D86FF"/>
      </a:accent2>
      <a:accent3>
        <a:srgbClr val="14CBDE"/>
      </a:accent3>
      <a:accent4>
        <a:srgbClr val="07125E"/>
      </a:accent4>
      <a:accent5>
        <a:srgbClr val="8088A7"/>
      </a:accent5>
      <a:accent6>
        <a:srgbClr val="EA9D00"/>
      </a:accent6>
      <a:hlink>
        <a:srgbClr val="3C2CDA"/>
      </a:hlink>
      <a:folHlink>
        <a:srgbClr val="14CBDE"/>
      </a:folHlink>
    </a:clrScheme>
    <a:fontScheme name="Hexaware">
      <a:majorFont>
        <a:latin typeface="Manrope Light"/>
        <a:ea typeface="Helvetica Neue Medium"/>
        <a:cs typeface="Helvetica Neue Medium"/>
      </a:majorFont>
      <a:minorFont>
        <a:latin typeface="Manrope"/>
        <a:ea typeface="Helvetica Neue"/>
        <a:cs typeface="Helvetica Neue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sz="14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Light_Corporate Template.pptx" id="{41E689D6-C531-47CC-AFF0-309785A80631}" vid="{C5795010-44E4-4FE2-851A-4FC5D2C485C8}"/>
    </a:ext>
  </a:extLst>
</a:theme>
</file>

<file path=ppt/theme/theme2.xml><?xml version="1.0" encoding="utf-8"?>
<a:theme xmlns:a="http://schemas.openxmlformats.org/drawingml/2006/main" name="1_Hexaware Master">
  <a:themeElements>
    <a:clrScheme name="Hexaware">
      <a:dk1>
        <a:srgbClr val="02051C"/>
      </a:dk1>
      <a:lt1>
        <a:srgbClr val="FFFFFF"/>
      </a:lt1>
      <a:dk2>
        <a:srgbClr val="07125E"/>
      </a:dk2>
      <a:lt2>
        <a:srgbClr val="FFFFFF"/>
      </a:lt2>
      <a:accent1>
        <a:srgbClr val="3C2DDA"/>
      </a:accent1>
      <a:accent2>
        <a:srgbClr val="1D86FF"/>
      </a:accent2>
      <a:accent3>
        <a:srgbClr val="14CBDE"/>
      </a:accent3>
      <a:accent4>
        <a:srgbClr val="07125E"/>
      </a:accent4>
      <a:accent5>
        <a:srgbClr val="8088A7"/>
      </a:accent5>
      <a:accent6>
        <a:srgbClr val="FF6300"/>
      </a:accent6>
      <a:hlink>
        <a:srgbClr val="3C2DDA"/>
      </a:hlink>
      <a:folHlink>
        <a:srgbClr val="14CBDE"/>
      </a:folHlink>
    </a:clrScheme>
    <a:fontScheme name="Hexaware">
      <a:majorFont>
        <a:latin typeface="Manrope Light"/>
        <a:ea typeface="Helvetica Neue Medium"/>
        <a:cs typeface="Helvetica Neue Medium"/>
      </a:majorFont>
      <a:minorFont>
        <a:latin typeface="Manrope"/>
        <a:ea typeface="Helvetica Neue"/>
        <a:cs typeface="Helvetica Neue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sz="14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Dark_Corporate Template.pptx" id="{0DE496D9-96E7-4561-826E-A79144D83BB8}" vid="{7132E963-DE00-4AC0-86D2-3969C5A95D72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Light_Corporate Template</Template>
  <TotalTime>1371</TotalTime>
  <Words>53</Words>
  <Application>Microsoft Office PowerPoint</Application>
  <PresentationFormat>Widescreen</PresentationFormat>
  <Paragraphs>14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Manrope</vt:lpstr>
      <vt:lpstr>Hexaware Master</vt:lpstr>
      <vt:lpstr>1_Hexaware Master</vt:lpstr>
      <vt:lpstr>Use case Name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Corporate Overview</dc:title>
  <dc:creator>Danielle Sanders</dc:creator>
  <cp:lastModifiedBy>Sneha Marbal</cp:lastModifiedBy>
  <cp:revision>22</cp:revision>
  <dcterms:created xsi:type="dcterms:W3CDTF">2023-12-01T15:20:00Z</dcterms:created>
  <dcterms:modified xsi:type="dcterms:W3CDTF">2026-04-22T05:33:38Z</dcterms:modified>
</cp:coreProperties>
</file>