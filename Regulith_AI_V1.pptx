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1A2E"/>
                </a:solidFill>
                <a:latin typeface="Calibri"/>
              </a:defRPr>
            </a:pPr>
            <a:r>
              <a:t>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6368"/>
                </a:solidFill>
                <a:latin typeface="Calibri"/>
              </a:defRPr>
            </a:pPr>
            <a:r>
              <a:t>Delivery Compliance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52CC"/>
                </a:solidFill>
                <a:latin typeface="Calibri"/>
              </a:defRPr>
            </a:pPr>
            <a:r>
              <a:t>One commit. Six compliance domains. Zero surprises.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Agentic Arena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When a developer commits code in a regulated environment, that single change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can violate multiple compliance domains at the same time: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SOX — unapproved change to financial system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Application Security — unresolved vulnerability goes to production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Regulatory (TILA/RESPA) — incorrect rate calculation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Contractual SLA — 48-hour remediation window missed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Fair Lending — pricing logic changed without impact testing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   Privacy (GDPR/CCPA) — PII crosses regional boundary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Today these are checked by different tools, owned by different teams,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on different schedules. Nobody connects the chain reaction between them.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Violations are discovered months later during audits.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Calibri"/>
              </a:defRPr>
            </a:pPr>
            <a:r>
              <a:rPr dirty="0"/>
              <a:t>Cost: $50K - $500K per incident. Annual exposure: $5M - $10M.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5F6368"/>
                </a:solidFill>
                <a:latin typeface="Calibri"/>
              </a:defRPr>
            </a:pPr>
            <a:r>
              <a:t>An autonomous agent that sits on the delivery ecosystem,</a:t>
            </a:r>
          </a:p>
          <a:p>
            <a:pPr>
              <a:spcAft>
                <a:spcPts val="600"/>
              </a:spcAft>
              <a:defRPr sz="1600">
                <a:solidFill>
                  <a:srgbClr val="5F6368"/>
                </a:solidFill>
                <a:latin typeface="Calibri"/>
              </a:defRPr>
            </a:pPr>
            <a:r>
              <a:t>monitors every change, and triggers all compliance checks simultaneously.</a:t>
            </a:r>
          </a:p>
          <a:p>
            <a:pPr>
              <a:spcAft>
                <a:spcPts val="600"/>
              </a:spcAft>
              <a:defRPr sz="16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5F6368"/>
                </a:solidFill>
                <a:latin typeface="Calibri"/>
              </a:defRPr>
            </a:pPr>
            <a:r>
              <a:t>It does not replace any existing tool. It connects them into one intelligent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01168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Event Occurs</a:t>
            </a:r>
            <a:br/>
            <a:br/>
            <a:r>
              <a:t>Code commit</a:t>
            </a:r>
            <a:br/>
            <a:r>
              <a:t>Infra change</a:t>
            </a:r>
            <a:br/>
            <a:r>
              <a:t>Access change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3566160"/>
            <a:ext cx="54864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01168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Message Queue</a:t>
            </a:r>
            <a:br/>
            <a:br/>
            <a:r>
              <a:t>ActiveMQ / SQS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3566160"/>
            <a:ext cx="54864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0" y="3200400"/>
            <a:ext cx="228600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Chain Reactor</a:t>
            </a:r>
            <a:br/>
            <a:r>
              <a:t>Agent</a:t>
            </a:r>
            <a:br/>
            <a:br/>
            <a:r>
              <a:t>Evaluates all</a:t>
            </a:r>
            <a:br/>
            <a:r>
              <a:t>policies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21040" y="3566160"/>
            <a:ext cx="54864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61120" y="3200400"/>
            <a:ext cx="2560320" cy="109728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Output</a:t>
            </a:r>
            <a:br/>
            <a:br/>
            <a:r>
              <a:t>Block / Allow</a:t>
            </a:r>
            <a:br/>
            <a:r>
              <a:t>Audit Evidence</a:t>
            </a:r>
            <a:br/>
            <a:r>
              <a:t>Score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2CC"/>
                </a:solidFill>
                <a:latin typeface="Calibri"/>
              </a:defRPr>
            </a:pPr>
            <a:r>
              <a:t>All 8 compliance domains evaluated in under 1 second per event.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8 Compliance Domains Checked Per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All triggered simultaneously from a single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SOX ITGC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447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Dual approval, segregation of duties, change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84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Application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8483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SAST/DAST findings, CVE tracking, deployment blocking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2491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TILA rate accuracy, RESPA disclosures, GDPR data residency, DORA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Fair Lending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6499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Disparate impact analysis when pricing or eligibility logic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0507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05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Contractual (MSA/SLA)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0050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Client notification deadlines, SLA timers, penalty triggers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6451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45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6451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PII detection, consent gaps, cross-border data transfer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28523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85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28523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Cloud misconfigs, IAM drift, encryption, backup retention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852160"/>
            <a:ext cx="10515600" cy="57607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9253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2C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25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Audit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92531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Calibri"/>
              </a:defRPr>
            </a:pPr>
            <a:r>
              <a:t>Auto-generated narrative for every change, ready on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Works Across Any Vertical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Same agents, different policies. Zero code changes to support a new industry.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Mortgage /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SOX, TILA, RESPA, ECOA, PCI-DSS, GLBA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Healthcare / Pharma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HIPAA, HITECH, FDA 21 CFR Part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SOX, NAIC Model Laws, CCPA, State Regulations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Retail /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PCI-DSS, CCPA, GDPR, SOX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80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ISO 27001, NIST, ITAR, Export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515600" cy="6400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Public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52CC"/>
                </a:solidFill>
                <a:latin typeface="Calibri"/>
              </a:defRPr>
            </a:pPr>
            <a:r>
              <a:t>FedRAMP, FISMA, CMMC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855"/>
                </a:solidFill>
                <a:latin typeface="Calibri"/>
              </a:defRPr>
            </a:pPr>
            <a:r>
              <a:t>15 policies loaded across 9 verticals. Adding a new vertical = adding policy config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F6368"/>
                </a:solidFill>
                <a:latin typeface="Calibri"/>
              </a:defRPr>
            </a:pPr>
            <a:r>
              <a:t>Event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Git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2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Jenkins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Jira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157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AWS Config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2286000" cy="36576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Postman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400" y="2560320"/>
            <a:ext cx="73152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1828800"/>
            <a:ext cx="1828800" cy="164592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Calibri"/>
              </a:defRPr>
            </a:pPr>
            <a:r>
              <a:t>Message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8138" y="2208726"/>
            <a:ext cx="1828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200" dirty="0"/>
            </a:br>
            <a:r>
              <a:rPr lang="en-US" sz="1200" dirty="0"/>
              <a:t>ActiveMQ</a:t>
            </a:r>
            <a:br>
              <a:rPr lang="en-US" sz="1200" dirty="0"/>
            </a:br>
            <a:r>
              <a:rPr lang="en-US" sz="1200" dirty="0"/>
              <a:t>(embedded)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JMS Queue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26480" y="2560320"/>
            <a:ext cx="73152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40880" y="1188720"/>
            <a:ext cx="2560320" cy="32004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Calibri"/>
              </a:defRPr>
            </a:pPr>
            <a:r>
              <a:t>Agent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Chain Reactor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  Evaluates policies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  Determines blocking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Audit Narrator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  Generates evidence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  Calls LLM (Bedrock)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Policy Engine</a:t>
            </a:r>
          </a:p>
          <a:p>
            <a:pPr>
              <a:spcAft>
                <a:spcPts val="600"/>
              </a:spcAft>
              <a:defRPr sz="1000">
                <a:solidFill>
                  <a:srgbClr val="5F6368"/>
                </a:solidFill>
                <a:latin typeface="Calibri"/>
              </a:defRPr>
            </a:pPr>
            <a:r>
              <a:t>  15 rules, 9 verticals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84080" y="2560320"/>
            <a:ext cx="731520" cy="27432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698480" y="1645920"/>
            <a:ext cx="128016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011680"/>
            <a:ext cx="1188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Block/Allow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deploy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Audit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narrative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Score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update</a:t>
            </a:r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900">
                <a:solidFill>
                  <a:srgbClr val="5F636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572000"/>
            <a:ext cx="7863840" cy="54864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6240" y="4663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368"/>
                </a:solidFill>
                <a:latin typeface="Calibri"/>
              </a:defRPr>
            </a:pPr>
            <a:r>
              <a:t>Data Layer: H2 (demo) / PostgreSQL (prod) — Events, Chain Reactions, Narratives, Client Profiles, Policies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303520"/>
            <a:ext cx="2560320" cy="54864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5394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F6368"/>
                </a:solidFill>
                <a:latin typeface="Calibri"/>
              </a:defRPr>
            </a:pPr>
            <a:r>
              <a:t>AWS Bedrock (Claude) — optional LLM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Agent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What happens when a code commit triggers 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Developer commits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Git hook detects file types</a:t>
            </a:r>
            <a:br/>
            <a:r>
              <a:t>(financial? PII? secrets?)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45920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55648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55648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Event published to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REST API persists event</a:t>
            </a:r>
            <a:br/>
            <a:r>
              <a:t>Publishes to ActiveMQ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7248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36976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6976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Chain Reactor picks it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Builds context from event</a:t>
            </a:r>
            <a:br/>
            <a:r>
              <a:t>+ client profile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08576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718304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Policy Engine evaluates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8304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Checks all 15 policies</a:t>
            </a:r>
            <a:br/>
            <a:r>
              <a:t>against event context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89904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99632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9632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Results determined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Which domains hit?</a:t>
            </a:r>
            <a:br/>
            <a:r>
              <a:t>Blocking or not?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71232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80960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Audit Narrator generates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Writes evidence narrative</a:t>
            </a:r>
            <a:br/>
            <a:r>
              <a:t>(LLM or local)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052560" y="2560320"/>
            <a:ext cx="109728" cy="137160"/>
          </a:xfrm>
          <a:prstGeom prst="rightArrow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62288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62288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Score updated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Compliance score recalculated</a:t>
            </a:r>
            <a:br/>
            <a:r>
              <a:t>Debt recomputed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43616" y="1554480"/>
            <a:ext cx="1371600" cy="22860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43616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52CC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3616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Dashboard reflects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43616" y="246888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6368"/>
                </a:solidFill>
                <a:latin typeface="Calibri"/>
              </a:defRPr>
            </a:pPr>
            <a:r>
              <a:t>Real-time update</a:t>
            </a:r>
            <a:br/>
            <a:r>
              <a:t>Drill-down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8855"/>
                </a:solidFill>
                <a:latin typeface="Calibri"/>
              </a:defRPr>
            </a:pPr>
            <a:r>
              <a:t>Total time from commit to compliance assessment: &lt; 1 second</a:t>
            </a:r>
            <a:br/>
            <a:r>
              <a:t>All autonomous — no human intervention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Why This Does Not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Calibri"/>
              </a:defRPr>
            </a:pPr>
            <a:r>
              <a:t>Verified against 30+ products. No tool does cross-domain compliance reasoning from delivery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Calibri"/>
              </a:defRPr>
            </a:pPr>
            <a:r>
              <a:t>What They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2CC"/>
                </a:solidFill>
                <a:latin typeface="Calibri"/>
              </a:defRPr>
            </a:pPr>
            <a:r>
              <a:t>What They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Compliance tools (Vanta, Drata)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Evidence collection for one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No cross-domain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GRC platforms (ServiceNow)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Risk registers, control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Static, no event reaction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Security tools (Snyk, Checkmarx, Wiz)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Detect 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No business impact 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SOC platforms (Panther, CrowdStrike)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Incident response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Security only, no SOX/regulatory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Audit tools (Fieldguide, AuditBoard)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Auditor workflow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Don't generate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Regulatory tools (Regology)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Track regulatory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Don't simulate per-client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AI models (GPT, Claude, Copilot)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Calibri"/>
              </a:defRPr>
            </a:pPr>
            <a:r>
              <a:t>Answer questions when asked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93B3B"/>
                </a:solidFill>
                <a:latin typeface="Calibri"/>
              </a:defRPr>
            </a:pPr>
            <a:r>
              <a:t>Don't sit on ecosystem, don't react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0515600" cy="9144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303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The gap: No product combines ecosystem monitoring + cross-domain policy evaluation +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autonomous evidence generation + per-client context + deployment blocking in one agent.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2CC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Calibri"/>
              </a:defRPr>
            </a:pPr>
            <a:r>
              <a:t>Audit prep</a:t>
            </a:r>
            <a:br/>
            <a:r>
              <a:t>time reduced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09728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2CC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Calibri"/>
              </a:defRPr>
            </a:pPr>
            <a:r>
              <a:t>Penalties</a:t>
            </a:r>
            <a:br/>
            <a:r>
              <a:t>avoided/year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09728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2CC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Calibri"/>
              </a:defRPr>
            </a:pPr>
            <a:r>
              <a:t>Findings caught</a:t>
            </a:r>
            <a:br/>
            <a:r>
              <a:t>before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109728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52359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2CC"/>
                </a:solidFill>
                <a:latin typeface="Calibri"/>
              </a:defRPr>
            </a:pPr>
            <a:r>
              <a:t>175%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59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Calibri"/>
              </a:defRPr>
            </a:pPr>
            <a:r>
              <a:t>Year 1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097280"/>
            <a:ext cx="2103120" cy="146304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11887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2CC"/>
                </a:solidFill>
                <a:latin typeface="Calibri"/>
              </a:defRPr>
            </a:pPr>
            <a:r>
              <a:t>&lt;1s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  <a:latin typeface="Calibri"/>
              </a:defRPr>
            </a:pPr>
            <a:r>
              <a:t>Event to</a:t>
            </a:r>
            <a:br/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Direct Savings: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Audit preparation reduced from weeks to always-ready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SLA breach penalties prevented ($50K per incident avoided)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Developer productivity gained (20-30% less compliance overhead)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Revenue Opportunity: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Offer as premium managed service to clients ($20K-$50K/month)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Competitive differentiator: no competitor in IT services has this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Platform can be licensed to other services companies (SaaS model)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Strategic: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Works across any vertical (mortgage, healthcare, retail, manufacturing)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Builds on existing Bedrock/Anthropic partnership</a:t>
            </a:r>
          </a:p>
          <a:p>
            <a:pPr>
              <a:spcAft>
                <a:spcPts val="600"/>
              </a:spcAft>
              <a:defRPr sz="1300">
                <a:solidFill>
                  <a:srgbClr val="5F6368"/>
                </a:solidFill>
                <a:latin typeface="Calibri"/>
              </a:defRPr>
            </a:pPr>
            <a:r>
              <a:t>   First mover in Delivery Compliance Intelligence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  <a:latin typeface="Calibri"/>
              </a:defRPr>
            </a:pPr>
            <a:r>
              <a:t>Regulith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F6368"/>
                </a:solidFill>
                <a:latin typeface="Calibri"/>
              </a:defRPr>
            </a:pPr>
            <a:r>
              <a:t>Delivery Compliance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13716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4023360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An autonomous agent that monitors the delivery ecosystem,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triggers cross-domain compliance checks on every change,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and generates audit evidence — all in under one second.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Domain-agnostic. Works in any vertical. No tool like this exists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7617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52CC"/>
                </a:solidFill>
                <a:latin typeface="Calibri"/>
              </a:defRPr>
            </a:pPr>
            <a:r>
              <a:rPr dirty="0"/>
              <a:t>One commit. Six compliance domains. Zero surprises.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1046</Words>
  <Application>Microsoft Macintosh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Israa Tasleem</cp:lastModifiedBy>
  <cp:revision>2</cp:revision>
  <dcterms:created xsi:type="dcterms:W3CDTF">2013-01-27T09:14:16Z</dcterms:created>
  <dcterms:modified xsi:type="dcterms:W3CDTF">2026-06-29T04:15:04Z</dcterms:modified>
  <cp:category/>
</cp:coreProperties>
</file>