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REGULITH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8B4FF"/>
                </a:solidFill>
                <a:latin typeface="Segoe UI"/>
              </a:defRPr>
            </a:pPr>
            <a:r>
              <a:t>Delivery Compliance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77788"/>
                </a:solidFill>
                <a:latin typeface="Segoe UI"/>
              </a:defRPr>
            </a:pPr>
            <a:r>
              <a:t>"One commit. Six compliance domains. Zero surprises."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77788"/>
                </a:solidFill>
                <a:latin typeface="Segoe UI"/>
              </a:defRPr>
            </a:pPr>
            <a:r>
              <a:t>Agentic Arena 2026 | Autonomous Security, Compliance &amp; Audit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7788"/>
                </a:solidFill>
                <a:latin typeface="Segoe UI"/>
              </a:defRPr>
            </a:pPr>
            <a:r>
              <a:t>IT services companies face silent multi-domain compliance violations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THE SCENARIO: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A developer commits code changing loan rate calculation logic.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WHAT ACTUALLY HAPPENS (today):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Checkmarx flags a SAST finding → AppSec team creates a Jira ticket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Code deploys to production anyway (nobody connects SAST to SOX)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- 3 months later, EY audit asks: Where is your SOX change management evidence?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Where is the TILA rate validation? The fair lending impact test?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Result: Material weakness. $50K-$500K penalty. Client trust damaged.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WHY THIS HAPPENS: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SOX team uses ServiceNow. Security team uses Checkmarx. Regulatory team uses spreadsheets.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These tools never talk to each other.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Nobody maps the causal chain: 1 code change → 6 compliance domains affected.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ANNUAL RISK EXPOSURE: $5M - $10M per organization in regulated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Segoe UI"/>
              </a:defRPr>
            </a:pPr>
            <a:r>
              <a:t>This is not hypothetical. This happens every quarter across regulated engagements.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SOLUTION: REGULITH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77788"/>
                </a:solidFill>
                <a:latin typeface="Segoe UI"/>
              </a:defRPr>
            </a:pPr>
            <a:r>
              <a:t>An autonomous agent that sits on the ecosystem, monitors every change, and triggers all compliance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WHAT IT IS: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A policy-driven multi-agent system that monitors Git, Jenkins, Jira, Docker,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AWS — and when any change happens, evaluates ALL compliance domains simultaneously.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HOW IT WORKS: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1. Event occurs (code commit, Jenkins build, infra change, access change)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2. Event published to message queue (ActiveMQ/SQS)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3. Chain Reactor Agent picks it up, builds context (what changed + which client)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4. Policy Engine evaluates 15+ policies across all applicable domains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5. Results: which domains are affected, what actions are needed, what's blocking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6. Audit Narrator Agent auto-generates evidence narrative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7. Dashboard updates in real-time. Deployment blocked if needed.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KEY DESIGN DECISIONS: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Policy-driven (not hardcoded) — add new vertical by adding policies, no code change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Hybrid AI: deterministic rules for auditability + Claude/Bedrock for intelligence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Domain-agnostic: same agents work for Mortgage, Healthcare, Retail, Manufacturing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- Zero vendor lock-in: all open source (Spring Boot, ActiveMQ, H2)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8 COMPLIANCE DOMAINS CHECKED PER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88"/>
                </a:solidFill>
                <a:latin typeface="Segoe UI"/>
              </a:defRPr>
            </a:pPr>
            <a:r>
              <a:t>All triggered simultaneously from a single event — no silo, no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1. SOX ITGC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Dual approval, segregation of duties, change documentation, test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2. Application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842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SAST/DAST results, open CVEs, deployment gate (blocking)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96896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42615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3. 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42615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TILA rate accuracy, RESPA disclosures, GDPR residency, DORA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55263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00983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4. Fair Lending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00983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Disparate impact when pricing or eligibility logic changes (ECOA)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13631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5. Contractual (MSA/SLA)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59351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Client notification deadlines, SLA timers, penalty triggers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1999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6.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6177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PII processing detection, consent gaps, cross-border transfers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30367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76087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7.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276087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Cloud misconfigs, IAM drift, encryption, backup, data residency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88735"/>
            <a:ext cx="10515600" cy="5943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934455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8. Audit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934455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Auto-generates full narrative for every change (EY/Deloitte ready)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Segoe UI"/>
              </a:defRPr>
            </a:pPr>
            <a:r>
              <a:t>All 8 domains evaluated in &lt; 1 second. Policies configurable per client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DOMAIN-AGNOSTIC: WORKS IN ANY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88"/>
                </a:solidFill>
                <a:latin typeface="Segoe UI"/>
              </a:defRPr>
            </a:pPr>
            <a:r>
              <a:t>Same agent, different policies. Adding a new industry = adding policy config, zero code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71323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Mortgage /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63FF"/>
                </a:solidFill>
                <a:latin typeface="Segoe UI"/>
              </a:defRPr>
            </a:pPr>
            <a:r>
              <a:t>SOX, TILA, RESPA, ECOA, HMDA, PCI-DSS, GLBA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Rate accuracy, fair lending, change mgmt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76272"/>
            <a:ext cx="10515600" cy="71323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037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Healthcare / Pharma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237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63FF"/>
                </a:solidFill>
                <a:latin typeface="Segoe UI"/>
              </a:defRPr>
            </a:pPr>
            <a:r>
              <a:t>HIPAA, HITECH, FDA 21 CFR Part 11, SOX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13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PHI protection, clinical system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80944"/>
            <a:ext cx="10515600" cy="71323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0837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284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63FF"/>
                </a:solidFill>
                <a:latin typeface="Segoe UI"/>
              </a:defRPr>
            </a:pPr>
            <a:r>
              <a:t>SOX, NAIC Model Laws, CCPA, State Regulations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1810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Claims logic, policyholder data, reserving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85615"/>
            <a:ext cx="10515600" cy="71323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Retail / E-commerce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63FF"/>
                </a:solidFill>
                <a:latin typeface="Segoe UI"/>
              </a:defRPr>
            </a:pPr>
            <a:r>
              <a:t>PCI-DSS, CCPA, GDPR, SOX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9227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Payment security, customer data, financial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90288"/>
            <a:ext cx="10515600" cy="71323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Manufacturing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37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63FF"/>
                </a:solidFill>
                <a:latin typeface="Segoe UI"/>
              </a:defRPr>
            </a:pPr>
            <a:r>
              <a:t>ISO 27001, NIST, SOX, ITAR, Export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727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IP protection, supply chain, access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94959"/>
            <a:ext cx="10515600" cy="71323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22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Public Sector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424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63FF"/>
                </a:solidFill>
                <a:latin typeface="Segoe UI"/>
              </a:defRPr>
            </a:pPr>
            <a:r>
              <a:t>FedRAMP, FISMA, CMMC, ITAR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Authorization boundaries, data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Currently: 15 policies loaded across 9 verticals and 11 compliance domains.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LIVE DEMO: REAL-TIME AGENT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88"/>
                </a:solidFill>
                <a:latin typeface="Segoe UI"/>
              </a:defRPr>
            </a:pPr>
            <a:r>
              <a:t>Multiple event sources feed the same agent pipeline — all produce compliance results in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EVENT SOURCES DEMONSTRATED: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[Git Hook]     Developer commits code → hook detects financial/PII changes → fires event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[Postman]      POST /api/events with custom JSON payload → agent processes immediately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[Jenkins]      POST /api/webhooks/simulate/jenkins-deploy-blocked → SAST gate triggered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[Docker]       POST /api/webhooks/simulate/docker-push → container scan policy triggered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[AWS Config]   POST /api/webhooks/simulate/aws-data-residency-violation → GDPR blocked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[Jira]         POST /api/webhooks/simulate/jira-ticket → change traceability logged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DEMO FLOW: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1. Open dashboard at http://localhost:9090 — show clean state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2. Fire events via Postman or Git commit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3. Refresh dashboard — chain reaction results appear instantly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4. Show auto-generated audit narrative (no human wrote it)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5. Show compliance score degraded, blocking flags raised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WHAT THE PANEL SEES: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One event → multiple compliance domains triggered simultaneously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Agent decided which policies apply based on client profile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Evidence generated automatically — ready for auditor review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Deployment blocked because SAST finding exists (SOX ITGC-SD-01)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286000" cy="32004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  <a:latin typeface="Segoe UI"/>
              </a:defRPr>
            </a:pPr>
            <a:r>
              <a:t>EVENT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AAABB"/>
                </a:solidFill>
                <a:latin typeface="Segoe UI"/>
              </a:defRPr>
            </a:pPr>
            <a:r>
              <a:t>Git Hooks</a:t>
            </a:r>
          </a:p>
          <a:p>
            <a:pPr>
              <a:spcAft>
                <a:spcPts val="400"/>
              </a:spcAft>
              <a:defRPr sz="1100">
                <a:solidFill>
                  <a:srgbClr val="AAAABB"/>
                </a:solidFill>
                <a:latin typeface="Segoe UI"/>
              </a:defRPr>
            </a:pPr>
            <a:r>
              <a:t>Jenkins Webhooks</a:t>
            </a:r>
          </a:p>
          <a:p>
            <a:pPr>
              <a:spcAft>
                <a:spcPts val="400"/>
              </a:spcAft>
              <a:defRPr sz="1100">
                <a:solidFill>
                  <a:srgbClr val="AAAABB"/>
                </a:solidFill>
                <a:latin typeface="Segoe UI"/>
              </a:defRPr>
            </a:pPr>
            <a:r>
              <a:t>Jira Webhooks</a:t>
            </a:r>
          </a:p>
          <a:p>
            <a:pPr>
              <a:spcAft>
                <a:spcPts val="400"/>
              </a:spcAft>
              <a:defRPr sz="1100">
                <a:solidFill>
                  <a:srgbClr val="AAAABB"/>
                </a:solidFill>
                <a:latin typeface="Segoe UI"/>
              </a:defRPr>
            </a:pPr>
            <a:r>
              <a:t>Docker Registry</a:t>
            </a:r>
          </a:p>
          <a:p>
            <a:pPr>
              <a:spcAft>
                <a:spcPts val="400"/>
              </a:spcAft>
              <a:defRPr sz="1100">
                <a:solidFill>
                  <a:srgbClr val="AAAABB"/>
                </a:solidFill>
                <a:latin typeface="Segoe UI"/>
              </a:defRPr>
            </a:pPr>
            <a:r>
              <a:t>AWS Config</a:t>
            </a:r>
          </a:p>
          <a:p>
            <a:pPr>
              <a:spcAft>
                <a:spcPts val="400"/>
              </a:spcAft>
              <a:defRPr sz="1100">
                <a:solidFill>
                  <a:srgbClr val="AAAABB"/>
                </a:solidFill>
                <a:latin typeface="Segoe UI"/>
              </a:defRPr>
            </a:pPr>
            <a:r>
              <a:t>Postman /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1828800" cy="13716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800"/>
                </a:solidFill>
                <a:latin typeface="Segoe UI"/>
              </a:defRPr>
            </a:pPr>
            <a:r>
              <a:t>MESSAGE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ActiveMQ</a:t>
            </a:r>
            <a:br/>
            <a:r>
              <a:t>(Embedded)</a:t>
            </a:r>
            <a:br/>
            <a:br/>
            <a:r>
              <a:t>JMS Queue:</a:t>
            </a:r>
            <a:br/>
            <a:r>
              <a:t>compliance-events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914400"/>
            <a:ext cx="3474720" cy="38404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005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Segoe UI"/>
              </a:defRPr>
            </a:pPr>
            <a:r>
              <a:t>AUTONOMOUS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3716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Chain Reactor Agent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JMS Listener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Builds event context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Evaluates Policy Engine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Determines blocking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Audit Narrator Agent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Generates evidence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Calls Bedrock/Claude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Policy Engine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- 15 policies, 9 verticals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- Domain-agnostic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097280"/>
            <a:ext cx="2926080" cy="32004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  <a:latin typeface="Segoe UI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5544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Chain Reaction Report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(domains affected)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Audit Narrative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(auto-generated)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Compliance Score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(updated real-time)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Deployment Gate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  (block/allow)</a:t>
            </a: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AAAABB"/>
                </a:solidFill>
                <a:latin typeface="Segoe UI"/>
              </a:defRPr>
            </a:pPr>
            <a:r>
              <a:t>Dashboard + APIs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5029200"/>
            <a:ext cx="8778240" cy="7315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51206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88"/>
                </a:solidFill>
                <a:latin typeface="Segoe UI"/>
              </a:defRPr>
            </a:pPr>
            <a:r>
              <a:t>DATA LAYER: H2 Database (demo) / PostgreSQL+RDS (production) | Client Profiles | Policies | Events | Results | Narratives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2286000" cy="7315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B4FF"/>
                </a:solidFill>
                <a:latin typeface="Segoe UI"/>
              </a:defRPr>
            </a:pPr>
            <a:r>
              <a:t>AWS Bedrock</a:t>
            </a:r>
            <a:br/>
            <a:r>
              <a:t>(Claude - Anthropic)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88"/>
                </a:solidFill>
                <a:latin typeface="Segoe UI"/>
              </a:defRPr>
            </a:pPr>
            <a:r>
              <a:t>Stack: Java 17 | Spring Boot 3.4 | ActiveMQ (embedded) | H2 (embedded) | AWS Bedrock SDK | Gradle | Zero external infra needed for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AGENT INTELLIGENCE: HOW IT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88"/>
                </a:solidFill>
                <a:latin typeface="Segoe UI"/>
              </a:defRPr>
            </a:pPr>
            <a:r>
              <a:t>Hybrid approach: deterministic rules for auditability + LLM for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RULE-BASED ENGINE (Deterministic):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Used for: compliance decisions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Why: Auditors need explainable logic.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Every decision traces to a specific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regulation or contract clause.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Examples: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SOX: financial change → dual approval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PCI: SAST finding → block deploy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TILA: rate logic → APR validation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MSA: financial change → notify client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Panel can inspect every rule in: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CompliancePolicyEngine.java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LLM / BEDROCK (Intelligent):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Used for: understanding + generation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Why: Some tasks need reasoning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beyond pattern matching.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Examples: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Read code diff, understand intent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Parse contract PDF into rules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Generate natural language narrative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Answer auditor questions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Model: Claude via Amazon Bedrock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(Hexaware = Anthropic authorized reseller)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Falls back to local logic when offline.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B4FF"/>
                </a:solidFill>
                <a:latin typeface="Segoe UI"/>
              </a:defRPr>
            </a:pPr>
            <a:r>
              <a:t>Key: The agent is agentic because it perceives → reasons → decides → acts autonomously. Not because it calls an LLM.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MARKET PROOF: THIS DOES NOT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88"/>
                </a:solidFill>
                <a:latin typeface="Segoe UI"/>
              </a:defRPr>
            </a:pPr>
            <a:r>
              <a:t>Verified against 30+ products. No tool does cross-domain compliance reasoning from delivery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Segoe UI"/>
              </a:defRPr>
            </a:pPr>
            <a: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Segoe UI"/>
              </a:defRPr>
            </a:pPr>
            <a:r>
              <a:t>What It Misses (Regulith fills this)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Vanta / Drata / Scrut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645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Evidence collection for one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No multi-client, no event reaction, no cross-domain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ServiceNow GRC / SecOps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Risk register, vulnerability tickets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No causal reasoning, no policy engine, static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Panther (Databricks)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Agentic SOC, incident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Security only, no SOX/regulatory/contractual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Checkmarx / Snyk / Wiz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Detect vulnerabilities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Detection only, no business impact or audit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Fieldguide / AuditBoard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Auditor workflow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For auditors, don't generate evidence from dev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Regology / Wolters Kluwer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Track regulatory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Don't simulate impact per client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CrowdStrike / Splunk SOAR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Security 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Incident response, not compliance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GPT / Claude / Copilot (raw)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Answer questions when asked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4336"/>
                </a:solidFill>
                <a:latin typeface="Segoe UI"/>
              </a:defRPr>
            </a:pPr>
            <a:r>
              <a:t>Don't sit on ecosystem, don't react autonomously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Conclusion: No product combines (a) ecosystem monitoring + (b) cross-domain policy evaluation +</a:t>
            </a:r>
            <a:br/>
            <a:r>
              <a:t>(c) autonomous evidence generation + (d) per-client context + (e) deployment blocking.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103120" cy="16459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Segoe UI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Audit prep</a:t>
            </a:r>
            <a:br/>
            <a:r>
              <a:t>time reduced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05840"/>
            <a:ext cx="2103120" cy="16459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097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Segoe UI"/>
              </a:defRPr>
            </a:pPr>
            <a:r>
              <a:t>$2M+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Penalties</a:t>
            </a:r>
            <a:br/>
            <a:r>
              <a:t>avoided/year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005840"/>
            <a:ext cx="2103120" cy="16459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097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Findings</a:t>
            </a:r>
            <a:br/>
            <a:r>
              <a:t>prevented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005840"/>
            <a:ext cx="2103120" cy="16459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097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Segoe UI"/>
              </a:defRPr>
            </a:pPr>
            <a:r>
              <a:t>175%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Year 1</a:t>
            </a:r>
            <a:br/>
            <a:r>
              <a:t>ROI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005840"/>
            <a:ext cx="2103120" cy="16459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097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C63FF"/>
                </a:solidFill>
                <a:latin typeface="Segoe UI"/>
              </a:defRPr>
            </a:pPr>
            <a:r>
              <a:t>&lt;1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Event to</a:t>
            </a:r>
            <a:br/>
            <a: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DIRECT SAVINGS: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Audit preparation: from weeks of manual evidence gathering to always-ready (saves $2-4M/year)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SLA breach prevention: agent tracks 48-hour / 7-day windows, alerts before deadline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Penalty avoidance: $50K per critical vuln SLA miss × dozens of occurrences annually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REVENUE OPPORTUNITY: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Offer as premium managed service to clients: $20K-$50K/month per engagement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Competitive differentiator: no TCS, Infosys, Wipro, Cognizant has this capability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Platform licensing to other IT services companies (SaaS revenue)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STRATEGIC VALUE: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Transform auditor relationship: from adversarial to collaborative (evidence is always ready)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Client retention: real-time compliance visibility creates trust and switching costs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Category creation: 'Delivery Compliance Intelligence' doesn't exist yet — first mover wins</a:t>
            </a:r>
          </a:p>
          <a:p>
            <a:pPr>
              <a:spcAft>
                <a:spcPts val="400"/>
              </a:spcAft>
              <a:defRPr sz="1300">
                <a:solidFill>
                  <a:srgbClr val="AAAABB"/>
                </a:solidFill>
                <a:latin typeface="Segoe UI"/>
              </a:defRPr>
            </a:pPr>
            <a:r>
              <a:t>  - Builds on Agentverse platform + Anthropic/Bedrock partnership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CODE: KEY FILES FOR PANEL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88"/>
                </a:solidFill>
                <a:latin typeface="Segoe UI"/>
              </a:defRPr>
            </a:pPr>
            <a:r>
              <a:t>Spring Boot + ActiveMQ + H2 + AWS Bedrock — zero external infra, runs on any laptop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CompliancePolicyEngine.java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25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The brain — 15 configurable policies across 9 verticals, 11 domains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ChainReactorAgent.java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Autonomous agent — JMS listener, builds context, evaluates policies, 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79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59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AuditNarratorAgent.java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1459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Evidence generator — calls Bedrock/Claude or local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63239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BedrockClaudeService.java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0895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LLM integration — code analysis, narrative generation, contract parsing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599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WebhookController.java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033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Multi-source intake — Jenkins, Jira, Docker, AWS Config webhooks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51959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EventController.java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9767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REST API — accepts any event via POST, publishes to ActiveMQ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HomeController.java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92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Dashboard — real-time HTML view of twins, chain reactions, narratives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40680"/>
            <a:ext cx="10515600" cy="530352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B4FF"/>
                </a:solidFill>
                <a:latin typeface="Segoe UI"/>
              </a:defRPr>
            </a:pPr>
            <a:r>
              <a:t>post-commit (Git hook)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4864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Trigger — auto-fires event on every code commit, classifies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Total: ~800 lines of production-quality Java. All open source. No proprietary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What: An autonomous agent that monitors the delivery ecosystem and triggers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    cross-domain compliance checks on every change — across 8 domains simultaneously.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Why unique: No product in the market does this. Verified against 30+ tools.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    Not Vanta. Not ServiceNow. Not Panther. Not Checkmarx. Not any raw LLM.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Why it matters: Prevents $5-10M annual risk exposure. Reduces audit prep by 70%.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    Creates new revenue as a managed service. Works in any vertical.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What's built: Working prototype. Spring Boot + ActiveMQ + Bedrock.</a:t>
            </a:r>
          </a:p>
          <a:p>
            <a:pPr>
              <a:spcAft>
                <a:spcPts val="400"/>
              </a:spcAft>
              <a:defRPr sz="1400">
                <a:solidFill>
                  <a:srgbClr val="AAAABB"/>
                </a:solidFill>
                <a:latin typeface="Segoe UI"/>
              </a:defRPr>
            </a:pPr>
            <a:r>
              <a:t>      Live demo available. Git commit → agents react → evidence generated in &lt;1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Segoe UI"/>
              </a:defRPr>
            </a:pPr>
            <a:r>
              <a:t>REGULITH AI — "One commit. Six compliance domains. Zero surprises."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